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320813" name="Platzhalter für Überschrift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4515277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de-DE"/>
              <a:t>10/30/2013</a:t>
            </a:fld>
            <a:endParaRPr lang="de-DE"/>
          </a:p>
        </p:txBody>
      </p:sp>
      <p:sp>
        <p:nvSpPr>
          <p:cNvPr id="827126978" name="Platzhalter für Folienbi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de-DE"/>
          </a:p>
        </p:txBody>
      </p:sp>
      <p:sp>
        <p:nvSpPr>
          <p:cNvPr id="1811817901" name="Platzhalter für Notizen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462806288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139191217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de-DE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836805" name="Platzhalter für Folienbild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4366547" name="Platzhalter für Notizen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>
                <a:latin typeface="Arial"/>
                <a:cs typeface="Arial"/>
              </a:rPr>
              <a:t>Alex</a:t>
            </a:r>
            <a:endParaRPr lang="de-DE">
              <a:latin typeface="Arial"/>
              <a:cs typeface="Arial"/>
            </a:endParaRPr>
          </a:p>
        </p:txBody>
      </p:sp>
      <p:sp>
        <p:nvSpPr>
          <p:cNvPr id="102234563" name="Foliennummernplatzhalt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de-DE"/>
              <a:t>1</a:t>
            </a:fld>
            <a:endParaRPr 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118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00983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Alex</a:t>
            </a:r>
            <a:endParaRPr/>
          </a:p>
        </p:txBody>
      </p:sp>
      <p:sp>
        <p:nvSpPr>
          <p:cNvPr id="1787167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A7BD3-7B2C-7492-E174-BF70D90904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758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073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Timon</a:t>
            </a:r>
            <a:endParaRPr/>
          </a:p>
        </p:txBody>
      </p:sp>
      <p:sp>
        <p:nvSpPr>
          <p:cNvPr id="17413261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3B53EF-E588-30E9-8561-C770839269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850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8547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Timon</a:t>
            </a:r>
            <a:endParaRPr/>
          </a:p>
        </p:txBody>
      </p:sp>
      <p:sp>
        <p:nvSpPr>
          <p:cNvPr id="12590109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077DD-7D8F-EC97-E34C-66E8F3EEC7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1405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14878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Jonas</a:t>
            </a:r>
            <a:endParaRPr/>
          </a:p>
        </p:txBody>
      </p:sp>
      <p:sp>
        <p:nvSpPr>
          <p:cNvPr id="1440483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2630C1-701F-5DC6-61A7-6500D3A6CE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95237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865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Jonas</a:t>
            </a:r>
            <a:endParaRPr/>
          </a:p>
        </p:txBody>
      </p:sp>
      <p:sp>
        <p:nvSpPr>
          <p:cNvPr id="7488451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E5D564-EF9C-389A-8A22-F1C389F71E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7283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6460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Rafa</a:t>
            </a:r>
            <a:endParaRPr/>
          </a:p>
        </p:txBody>
      </p:sp>
      <p:sp>
        <p:nvSpPr>
          <p:cNvPr id="348314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7ABA56-F0A9-0673-D9C6-533F696A8A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Rafa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9F5722-BC0D-F453-543C-68CC44FCD0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335277" name="Titel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403405257" name="Untertitel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Formatvorlage des Untertitelmasters durch Klicken bearbeiten</a:t>
            </a:r>
            <a:endParaRPr lang="de-DE"/>
          </a:p>
        </p:txBody>
      </p:sp>
      <p:sp>
        <p:nvSpPr>
          <p:cNvPr id="247672982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230531503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431738024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el und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22657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533170462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904099332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083427801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336573847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Abschnitts-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2178" name="Titel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12521013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742996199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814862026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70201211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Zwei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508944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896703343" name="Inhaltsplatzhalt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854448201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81477607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490043598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94765213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Vergleich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9325" name="Titel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538418718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277235932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400613041" name="Text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014720219" name="Inhaltsplatzhalt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863939881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236531296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460568707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5557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765323599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99704346" name="Fußzeilenplatzhalt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83107652" name="Foliennummernplatzhalt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Le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041277" name="Datumsplatzhalt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816262845" name="Fußzeilenplatzhalt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638773093" name="Foliennummernplatzhalt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Inhalt mit 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9580387" name="Titel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866138342" name="Inhaltsplatzhalt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5505303" name="Textplatzhalt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870175036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894462679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49672200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Bild mit 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399452" name="Titel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236203286" name="Bildplatzhalt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Klicken Sie auf das Symbol, um ein Bild hinzuzufügen</a:t>
            </a:r>
            <a:endParaRPr lang="de-DE"/>
          </a:p>
        </p:txBody>
      </p:sp>
      <p:sp>
        <p:nvSpPr>
          <p:cNvPr id="335337333" name="Textplatzhalt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700486114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078178208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453666270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el und vertikaler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020220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439617087" name="Vertikaler Textplatzhalt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613194477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2108713113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748512760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kaler Titel u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7758750" name="Vertikaler Tite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480453848" name="Vertikaler Textplatzhalt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815485799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812492015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28259217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438476" name="Titelplatzhalt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0075324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592635118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887224140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885152678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Monstroxx/greenhouse" TargetMode="Externa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114720" name="Titel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Hexaplant</a:t>
            </a:r>
            <a:endParaRPr lang="de-DE"/>
          </a:p>
        </p:txBody>
      </p:sp>
      <p:sp>
        <p:nvSpPr>
          <p:cNvPr id="2029453072" name="Untertitel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Jonas, Rafa, Alex, Timon</a:t>
            </a:r>
            <a:endParaRPr lang="de-DE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242010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Modern Design</a:t>
            </a:r>
            <a:endParaRPr/>
          </a:p>
        </p:txBody>
      </p:sp>
      <p:pic>
        <p:nvPicPr>
          <p:cNvPr id="3159686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504465" y="46540"/>
            <a:ext cx="7321186" cy="6764918"/>
          </a:xfrm>
          <a:prstGeom prst="rect">
            <a:avLst/>
          </a:prstGeom>
        </p:spPr>
      </p:pic>
      <p:sp>
        <p:nvSpPr>
          <p:cNvPr id="2074044882" name=""/>
          <p:cNvSpPr txBox="1"/>
          <p:nvPr/>
        </p:nvSpPr>
        <p:spPr bwMode="auto">
          <a:xfrm rot="0" flipH="0" flipV="0">
            <a:off x="1085884" y="2271345"/>
            <a:ext cx="4703842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/>
              <a:t>Modular</a:t>
            </a:r>
            <a:endParaRPr/>
          </a:p>
          <a:p>
            <a:pPr marL="283879" indent="-283879">
              <a:buFont typeface="Arial"/>
              <a:buChar char="•"/>
              <a:defRPr/>
            </a:pPr>
            <a:r>
              <a:rPr/>
              <a:t>Simple parts</a:t>
            </a:r>
            <a:endParaRPr/>
          </a:p>
          <a:p>
            <a:pPr marL="283879" indent="-283879">
              <a:buFont typeface="Arial"/>
              <a:buChar char="•"/>
              <a:defRPr/>
            </a:pPr>
            <a:r>
              <a:rPr/>
              <a:t>Easy to assemble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6414074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The Parts - 5 Pieces</a:t>
            </a:r>
            <a:endParaRPr/>
          </a:p>
        </p:txBody>
      </p:sp>
      <p:pic>
        <p:nvPicPr>
          <p:cNvPr id="208870816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491" y="4278922"/>
            <a:ext cx="4162298" cy="2505807"/>
          </a:xfrm>
          <a:prstGeom prst="rect">
            <a:avLst/>
          </a:prstGeom>
        </p:spPr>
      </p:pic>
      <p:pic>
        <p:nvPicPr>
          <p:cNvPr id="108725602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7636" y="1964988"/>
            <a:ext cx="4207153" cy="2313934"/>
          </a:xfrm>
          <a:prstGeom prst="rect">
            <a:avLst/>
          </a:prstGeom>
        </p:spPr>
      </p:pic>
      <p:pic>
        <p:nvPicPr>
          <p:cNvPr id="44875791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4254790" y="2139461"/>
            <a:ext cx="1600513" cy="4278922"/>
          </a:xfrm>
          <a:prstGeom prst="rect">
            <a:avLst/>
          </a:prstGeom>
        </p:spPr>
      </p:pic>
      <p:pic>
        <p:nvPicPr>
          <p:cNvPr id="1229814183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095999" y="3823647"/>
            <a:ext cx="5860840" cy="2771589"/>
          </a:xfrm>
          <a:prstGeom prst="rect">
            <a:avLst/>
          </a:prstGeom>
        </p:spPr>
      </p:pic>
      <p:pic>
        <p:nvPicPr>
          <p:cNvPr id="82003490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095999" y="1589424"/>
            <a:ext cx="5835562" cy="2292837"/>
          </a:xfrm>
          <a:prstGeom prst="rect">
            <a:avLst/>
          </a:prstGeom>
        </p:spPr>
      </p:pic>
      <p:sp>
        <p:nvSpPr>
          <p:cNvPr id="154641769" name=""/>
          <p:cNvSpPr txBox="1"/>
          <p:nvPr/>
        </p:nvSpPr>
        <p:spPr bwMode="auto">
          <a:xfrm rot="0" flipH="0" flipV="0">
            <a:off x="1365159" y="2938895"/>
            <a:ext cx="161696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Plant Base</a:t>
            </a:r>
            <a:endParaRPr/>
          </a:p>
        </p:txBody>
      </p:sp>
      <p:sp>
        <p:nvSpPr>
          <p:cNvPr id="285227435" name=""/>
          <p:cNvSpPr txBox="1"/>
          <p:nvPr/>
        </p:nvSpPr>
        <p:spPr bwMode="auto">
          <a:xfrm rot="0" flipH="0" flipV="0">
            <a:off x="2316807" y="5641730"/>
            <a:ext cx="114444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Base</a:t>
            </a:r>
            <a:endParaRPr/>
          </a:p>
        </p:txBody>
      </p:sp>
      <p:sp>
        <p:nvSpPr>
          <p:cNvPr id="936895506" name=""/>
          <p:cNvSpPr txBox="1"/>
          <p:nvPr/>
        </p:nvSpPr>
        <p:spPr bwMode="auto">
          <a:xfrm rot="0" flipH="0" flipV="0">
            <a:off x="4891504" y="6052264"/>
            <a:ext cx="113122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Pillar</a:t>
            </a:r>
            <a:endParaRPr/>
          </a:p>
        </p:txBody>
      </p:sp>
      <p:sp>
        <p:nvSpPr>
          <p:cNvPr id="1187908033" name=""/>
          <p:cNvSpPr txBox="1"/>
          <p:nvPr/>
        </p:nvSpPr>
        <p:spPr bwMode="auto">
          <a:xfrm rot="392779" flipH="0" flipV="0">
            <a:off x="7328422" y="3245940"/>
            <a:ext cx="2330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Window Holder</a:t>
            </a:r>
            <a:endParaRPr/>
          </a:p>
        </p:txBody>
      </p:sp>
      <p:sp>
        <p:nvSpPr>
          <p:cNvPr id="1141191215" name=""/>
          <p:cNvSpPr txBox="1"/>
          <p:nvPr/>
        </p:nvSpPr>
        <p:spPr bwMode="auto">
          <a:xfrm rot="0" flipH="0" flipV="0">
            <a:off x="9394615" y="5517285"/>
            <a:ext cx="15365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Pillar Top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744435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Extension</a:t>
            </a:r>
            <a:endParaRPr/>
          </a:p>
        </p:txBody>
      </p:sp>
      <p:sp>
        <p:nvSpPr>
          <p:cNvPr id="381632859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Provided Water tank.</a:t>
            </a:r>
            <a:endParaRPr/>
          </a:p>
          <a:p>
            <a:pPr>
              <a:defRPr/>
            </a:pPr>
            <a:r>
              <a:rPr/>
              <a:t>Other Extensions possible</a:t>
            </a:r>
            <a:endParaRPr/>
          </a:p>
          <a:p>
            <a:pPr marL="457200" lvl="1" indent="0">
              <a:buFont typeface="Arial"/>
              <a:buNone/>
              <a:defRPr/>
            </a:pPr>
            <a:r>
              <a:rPr/>
              <a:t>that fit perfectly on the shape.</a:t>
            </a:r>
            <a:endParaRPr/>
          </a:p>
        </p:txBody>
      </p:sp>
      <p:pic>
        <p:nvPicPr>
          <p:cNvPr id="2599777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1692" y="3198083"/>
            <a:ext cx="4208653" cy="3699115"/>
          </a:xfrm>
          <a:prstGeom prst="rect">
            <a:avLst/>
          </a:prstGeom>
        </p:spPr>
      </p:pic>
      <p:pic>
        <p:nvPicPr>
          <p:cNvPr id="59080992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501911" y="67455"/>
            <a:ext cx="5275929" cy="6723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174206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Electronics</a:t>
            </a:r>
            <a:endParaRPr/>
          </a:p>
        </p:txBody>
      </p:sp>
      <p:pic>
        <p:nvPicPr>
          <p:cNvPr id="28255337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38198" y="1586227"/>
            <a:ext cx="9984904" cy="50519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632341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Features</a:t>
            </a:r>
            <a:endParaRPr/>
          </a:p>
        </p:txBody>
      </p:sp>
      <p:sp>
        <p:nvSpPr>
          <p:cNvPr id="186812827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/>
              <a:t>Display with window</a:t>
            </a:r>
            <a:endParaRPr/>
          </a:p>
          <a:p>
            <a:pPr lvl="1"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Temperature</a:t>
            </a:r>
            <a:endParaRPr sz="2800"/>
          </a:p>
          <a:p>
            <a:pPr lvl="1"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Humility</a:t>
            </a:r>
            <a:endParaRPr sz="2800"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Air Pressure</a:t>
            </a:r>
            <a:endParaRPr/>
          </a:p>
          <a:p>
            <a:pPr>
              <a:defRPr/>
            </a:pPr>
            <a:r>
              <a:rPr/>
              <a:t>Pump</a:t>
            </a:r>
            <a:endParaRPr/>
          </a:p>
          <a:p>
            <a:pPr lvl="1">
              <a:defRPr/>
            </a:pPr>
            <a:r>
              <a:rPr/>
              <a:t>Automatic watering system</a:t>
            </a:r>
            <a:endParaRPr/>
          </a:p>
          <a:p>
            <a:pPr lvl="1">
              <a:defRPr/>
            </a:pPr>
            <a:r>
              <a:rPr/>
              <a:t>Water tank</a:t>
            </a:r>
            <a:endParaRPr/>
          </a:p>
          <a:p>
            <a:pPr>
              <a:defRPr/>
            </a:pPr>
            <a:r>
              <a:rPr/>
              <a:t>Window</a:t>
            </a:r>
            <a:endParaRPr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Opens if to hot</a:t>
            </a:r>
            <a:endParaRPr sz="2400"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Closes if to cold</a:t>
            </a:r>
            <a:endParaRPr sz="2400"/>
          </a:p>
        </p:txBody>
      </p:sp>
      <p:pic>
        <p:nvPicPr>
          <p:cNvPr id="25033125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63698" y="1690687"/>
            <a:ext cx="3057525" cy="1590674"/>
          </a:xfrm>
          <a:prstGeom prst="rect">
            <a:avLst/>
          </a:prstGeom>
        </p:spPr>
      </p:pic>
      <p:pic>
        <p:nvPicPr>
          <p:cNvPr id="138089268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030141" y="3004038"/>
            <a:ext cx="3240165" cy="2140472"/>
          </a:xfrm>
          <a:prstGeom prst="rect">
            <a:avLst/>
          </a:prstGeom>
        </p:spPr>
      </p:pic>
      <p:pic>
        <p:nvPicPr>
          <p:cNvPr id="164783303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228291" y="4296873"/>
            <a:ext cx="2801849" cy="23169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128600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Assembly</a:t>
            </a:r>
            <a:endParaRPr/>
          </a:p>
        </p:txBody>
      </p:sp>
      <p:sp>
        <p:nvSpPr>
          <p:cNvPr id="2082727014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Print all required parts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Assemble structure and wire components (see </a:t>
            </a:r>
            <a:r>
              <a:rPr lang="de-DE" sz="28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3" tooltip=""/>
              </a:rPr>
              <a:t>README.md</a:t>
            </a: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→ Assembly → Step By Step)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Flash code and verify functionality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Prepare and insert glass panels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Complete final assembly</a:t>
            </a:r>
            <a:endParaRPr/>
          </a:p>
        </p:txBody>
      </p:sp>
      <p:sp>
        <p:nvSpPr>
          <p:cNvPr id="1279713597" name=""/>
          <p:cNvSpPr txBox="1"/>
          <p:nvPr/>
        </p:nvSpPr>
        <p:spPr bwMode="auto">
          <a:xfrm rot="0" flipH="0" flipV="0">
            <a:off x="838198" y="5810842"/>
            <a:ext cx="96302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You can find the instructions at </a:t>
            </a:r>
            <a:r>
              <a:rPr lang="de-DE" sz="18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3" tooltip=""/>
              </a:rPr>
              <a:t>https://github.com/Monstroxx/greenhouse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8264591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In Action</a:t>
            </a:r>
            <a:endParaRPr/>
          </a:p>
        </p:txBody>
      </p:sp>
      <p:sp>
        <p:nvSpPr>
          <p:cNvPr id="1185334306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See it in real live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created xsi:type="dcterms:W3CDTF">2012-12-03T06:56:55Z</dcterms:created>
  <dcterms:modified xsi:type="dcterms:W3CDTF">2026-03-25T11:44:24Z</dcterms:modified>
</cp:coreProperties>
</file>