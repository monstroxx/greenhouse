
<file path=[Content_Types].xml><?xml version="1.0" encoding="utf-8"?>
<Types xmlns="http://schemas.openxmlformats.org/package/2006/content-types">
  <Default Extension="xml" ContentType="application/xml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.xml" ContentType="application/vnd.openxmlformats-officedocument.presentationml.notes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2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ppt/slideLayouts/slideLayout8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2.xml" ContentType="application/vnd.openxmlformats-officedocument.presentationml.slideLayout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notesSlides/notesSlide2.xml" ContentType="application/vnd.openxmlformats-officedocument.presentationml.notesSlide+xml"/>
  <Override PartName="/ppt/slides/slide7.xml" ContentType="application/vnd.openxmlformats-officedocument.presentationml.slide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notesSlides/notesSlide5.xml" ContentType="application/vnd.openxmlformats-officedocument.presentationml.notesSlide+xml"/>
  <Override PartName="/ppt/slideLayouts/slideLayout4.xml" ContentType="application/vnd.openxmlformats-officedocument.presentationml.slideLayout+xml"/>
  <Override PartName="/ppt/slides/slide3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notesSlides/notesSlide4.xml" ContentType="application/vnd.openxmlformats-officedocument.presentationml.notesSlide+xml"/>
  <Override PartName="/ppt/slideLayouts/slideLayout11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11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</p:sldIdLst>
  <p:sldSz cx="12192000" cy="6858000"/>
  <p:notesSz cx="6858000" cy="9144000"/>
  <p:defaultTextStyle>
    <a:defPPr>
      <a:defRPr lang="de-DE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 /><Relationship Id="rId13" Type="http://schemas.openxmlformats.org/officeDocument/2006/relationships/tableStyles" Target="tableStyles.xml" /><Relationship Id="rId14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2789689" name="Platzhalter für Überschrift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2126010291" name="Datumsplatzhalt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de-DE"/>
              <a:t>10/30/2013</a:t>
            </a:fld>
            <a:endParaRPr lang="de-DE"/>
          </a:p>
        </p:txBody>
      </p:sp>
      <p:sp>
        <p:nvSpPr>
          <p:cNvPr id="1207067955" name="Platzhalter für Folienbi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de-DE"/>
          </a:p>
        </p:txBody>
      </p:sp>
      <p:sp>
        <p:nvSpPr>
          <p:cNvPr id="1788756955" name="Platzhalter für Notizen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de-DE"/>
              <a:t>Textmasterformat bearbeiten</a:t>
            </a:r>
            <a:endParaRPr/>
          </a:p>
          <a:p>
            <a:pPr lvl="1">
              <a:defRPr/>
            </a:pPr>
            <a:r>
              <a:rPr lang="de-DE"/>
              <a:t>Zweite Ebene</a:t>
            </a:r>
            <a:endParaRPr/>
          </a:p>
          <a:p>
            <a:pPr lvl="2">
              <a:defRPr/>
            </a:pPr>
            <a:r>
              <a:rPr lang="de-DE"/>
              <a:t>Dritte Ebene</a:t>
            </a:r>
            <a:endParaRPr/>
          </a:p>
          <a:p>
            <a:pPr lvl="3">
              <a:defRPr/>
            </a:pPr>
            <a:r>
              <a:rPr lang="de-DE"/>
              <a:t>Vierte Ebene</a:t>
            </a:r>
            <a:endParaRPr/>
          </a:p>
          <a:p>
            <a:pPr lvl="4">
              <a:defRPr/>
            </a:pPr>
            <a:r>
              <a:rPr lang="de-DE"/>
              <a:t>Fünfte Ebene</a:t>
            </a:r>
            <a:endParaRPr lang="de-DE"/>
          </a:p>
        </p:txBody>
      </p:sp>
      <p:sp>
        <p:nvSpPr>
          <p:cNvPr id="971236748" name="Fußzeilenplatzhalt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340353710" name="Foliennummernplatzhalt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de-DE"/>
              <a:t>‹#›</a:t>
            </a:fld>
            <a:endParaRPr lang="de-DE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8324000" name="Platzhalter für Folienbild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90676309" name="Platzhalter für Notizen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de-DE">
              <a:latin typeface="Arial"/>
              <a:cs typeface="Arial"/>
            </a:endParaRPr>
          </a:p>
        </p:txBody>
      </p:sp>
      <p:sp>
        <p:nvSpPr>
          <p:cNvPr id="1826199779" name="Foliennummernplatzhalt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999B8-B6B4-4561-A3CD-BBCDAB9FC9D9}" type="slidenum">
              <a:rPr lang="de-DE"/>
              <a:t>1</a:t>
            </a:fld>
            <a:endParaRPr lang="de-DE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076955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0135055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336514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D9A7BD3-7B2C-7492-E174-BF70D909048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324420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3900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20181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A3B53EF-E588-30E9-8561-C7708392693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389011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6089670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08642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AD077DD-7D8F-EC97-E34C-66E8F3EEC71A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118206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60244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40437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C2630C1-701F-5DC6-61A7-6500D3A6CEB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311567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9402111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235990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2E5D564-EF9C-389A-8A22-F1C389F71E4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A7ABA56-F0A9-0673-D9C6-533F696A8AB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elfoli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40518" name="Titel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de-DE"/>
              <a:t>Titelmasterformat durch Klicken bearbeiten</a:t>
            </a:r>
            <a:endParaRPr lang="de-DE"/>
          </a:p>
        </p:txBody>
      </p:sp>
      <p:sp>
        <p:nvSpPr>
          <p:cNvPr id="1077363935" name="Untertitel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de-DE"/>
              <a:t>Formatvorlage des Untertitelmasters durch Klicken bearbeiten</a:t>
            </a:r>
            <a:endParaRPr lang="de-DE"/>
          </a:p>
        </p:txBody>
      </p:sp>
      <p:sp>
        <p:nvSpPr>
          <p:cNvPr id="20663183" name="Datumsplatzhalt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de-DE"/>
              <a:t>30.10.2013</a:t>
            </a:fld>
            <a:endParaRPr lang="de-DE"/>
          </a:p>
        </p:txBody>
      </p:sp>
      <p:sp>
        <p:nvSpPr>
          <p:cNvPr id="143407858" name="Fußzeilenplatzhalt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de-DE"/>
          </a:p>
        </p:txBody>
      </p:sp>
      <p:sp>
        <p:nvSpPr>
          <p:cNvPr id="967396591" name="Foliennummernplatzhalt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de-DE"/>
              <a:t>‹#›</a:t>
            </a:fld>
            <a:endParaRPr lang="de-DE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el und Inhal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14302499" name="Titel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de-DE"/>
              <a:t>Titelmasterformat durch Klicken bearbeiten</a:t>
            </a:r>
            <a:endParaRPr lang="de-DE"/>
          </a:p>
        </p:txBody>
      </p:sp>
      <p:sp>
        <p:nvSpPr>
          <p:cNvPr id="699928627" name="Inhaltsplatzhalt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de-DE"/>
              <a:t>Textmasterformat bearbeiten</a:t>
            </a:r>
            <a:endParaRPr/>
          </a:p>
          <a:p>
            <a:pPr lvl="1">
              <a:defRPr/>
            </a:pPr>
            <a:r>
              <a:rPr lang="de-DE"/>
              <a:t>Zweite Ebene</a:t>
            </a:r>
            <a:endParaRPr/>
          </a:p>
          <a:p>
            <a:pPr lvl="2">
              <a:defRPr/>
            </a:pPr>
            <a:r>
              <a:rPr lang="de-DE"/>
              <a:t>Dritte Ebene</a:t>
            </a:r>
            <a:endParaRPr/>
          </a:p>
          <a:p>
            <a:pPr lvl="3">
              <a:defRPr/>
            </a:pPr>
            <a:r>
              <a:rPr lang="de-DE"/>
              <a:t>Vierte Ebene</a:t>
            </a:r>
            <a:endParaRPr/>
          </a:p>
          <a:p>
            <a:pPr lvl="4">
              <a:defRPr/>
            </a:pPr>
            <a:r>
              <a:rPr lang="de-DE"/>
              <a:t>Fünfte Ebene</a:t>
            </a:r>
            <a:endParaRPr lang="de-DE"/>
          </a:p>
        </p:txBody>
      </p:sp>
      <p:sp>
        <p:nvSpPr>
          <p:cNvPr id="825149303" name="Datumsplatzhalt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de-DE"/>
              <a:t>30.10.2013</a:t>
            </a:fld>
            <a:endParaRPr lang="de-DE"/>
          </a:p>
        </p:txBody>
      </p:sp>
      <p:sp>
        <p:nvSpPr>
          <p:cNvPr id="900524787" name="Fußzeilenplatzhalt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de-DE"/>
          </a:p>
        </p:txBody>
      </p:sp>
      <p:sp>
        <p:nvSpPr>
          <p:cNvPr id="722098059" name="Foliennummernplatzhalt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de-DE"/>
              <a:t>‹#›</a:t>
            </a:fld>
            <a:endParaRPr lang="de-DE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Abschnitts-überschrif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7553926" name="Titel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de-DE"/>
              <a:t>Titelmasterformat durch Klicken bearbeiten</a:t>
            </a:r>
            <a:endParaRPr lang="de-DE"/>
          </a:p>
        </p:txBody>
      </p:sp>
      <p:sp>
        <p:nvSpPr>
          <p:cNvPr id="2004181821" name="Textplatzhalter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de-DE"/>
              <a:t>Textmasterformat bearbeiten</a:t>
            </a:r>
            <a:endParaRPr/>
          </a:p>
        </p:txBody>
      </p:sp>
      <p:sp>
        <p:nvSpPr>
          <p:cNvPr id="1736649336" name="Datumsplatzhalt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de-DE"/>
              <a:t>30.10.2013</a:t>
            </a:fld>
            <a:endParaRPr lang="de-DE"/>
          </a:p>
        </p:txBody>
      </p:sp>
      <p:sp>
        <p:nvSpPr>
          <p:cNvPr id="866478057" name="Fußzeilenplatzhalt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de-DE"/>
          </a:p>
        </p:txBody>
      </p:sp>
      <p:sp>
        <p:nvSpPr>
          <p:cNvPr id="2035940487" name="Foliennummernplatzhalt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de-DE"/>
              <a:t>‹#›</a:t>
            </a:fld>
            <a:endParaRPr lang="de-DE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Zwei Inhalt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7934573" name="Titel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de-DE"/>
              <a:t>Titelmasterformat durch Klicken bearbeiten</a:t>
            </a:r>
            <a:endParaRPr lang="de-DE"/>
          </a:p>
        </p:txBody>
      </p:sp>
      <p:sp>
        <p:nvSpPr>
          <p:cNvPr id="223160765" name="Inhaltsplatzhalter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de-DE"/>
              <a:t>Textmasterformat bearbeiten</a:t>
            </a:r>
            <a:endParaRPr/>
          </a:p>
          <a:p>
            <a:pPr lvl="1">
              <a:defRPr/>
            </a:pPr>
            <a:r>
              <a:rPr lang="de-DE"/>
              <a:t>Zweite Ebene</a:t>
            </a:r>
            <a:endParaRPr/>
          </a:p>
          <a:p>
            <a:pPr lvl="2">
              <a:defRPr/>
            </a:pPr>
            <a:r>
              <a:rPr lang="de-DE"/>
              <a:t>Dritte Ebene</a:t>
            </a:r>
            <a:endParaRPr/>
          </a:p>
          <a:p>
            <a:pPr lvl="3">
              <a:defRPr/>
            </a:pPr>
            <a:r>
              <a:rPr lang="de-DE"/>
              <a:t>Vierte Ebene</a:t>
            </a:r>
            <a:endParaRPr/>
          </a:p>
          <a:p>
            <a:pPr lvl="4">
              <a:defRPr/>
            </a:pPr>
            <a:r>
              <a:rPr lang="de-DE"/>
              <a:t>Fünfte Ebene</a:t>
            </a:r>
            <a:endParaRPr lang="de-DE"/>
          </a:p>
        </p:txBody>
      </p:sp>
      <p:sp>
        <p:nvSpPr>
          <p:cNvPr id="573419148" name="Inhaltsplatzhalt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de-DE"/>
              <a:t>Textmasterformat bearbeiten</a:t>
            </a:r>
            <a:endParaRPr/>
          </a:p>
          <a:p>
            <a:pPr lvl="1">
              <a:defRPr/>
            </a:pPr>
            <a:r>
              <a:rPr lang="de-DE"/>
              <a:t>Zweite Ebene</a:t>
            </a:r>
            <a:endParaRPr/>
          </a:p>
          <a:p>
            <a:pPr lvl="2">
              <a:defRPr/>
            </a:pPr>
            <a:r>
              <a:rPr lang="de-DE"/>
              <a:t>Dritte Ebene</a:t>
            </a:r>
            <a:endParaRPr/>
          </a:p>
          <a:p>
            <a:pPr lvl="3">
              <a:defRPr/>
            </a:pPr>
            <a:r>
              <a:rPr lang="de-DE"/>
              <a:t>Vierte Ebene</a:t>
            </a:r>
            <a:endParaRPr/>
          </a:p>
          <a:p>
            <a:pPr lvl="4">
              <a:defRPr/>
            </a:pPr>
            <a:r>
              <a:rPr lang="de-DE"/>
              <a:t>Fünfte Ebene</a:t>
            </a:r>
            <a:endParaRPr lang="de-DE"/>
          </a:p>
        </p:txBody>
      </p:sp>
      <p:sp>
        <p:nvSpPr>
          <p:cNvPr id="1324661856" name="Datumsplatzhalt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de-DE"/>
              <a:t>30.10.2013</a:t>
            </a:fld>
            <a:endParaRPr lang="de-DE"/>
          </a:p>
        </p:txBody>
      </p:sp>
      <p:sp>
        <p:nvSpPr>
          <p:cNvPr id="1259235489" name="Fußzeilenplatzhalt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de-DE"/>
          </a:p>
        </p:txBody>
      </p:sp>
      <p:sp>
        <p:nvSpPr>
          <p:cNvPr id="140718250" name="Foliennummernplatzhalt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de-DE"/>
              <a:t>‹#›</a:t>
            </a:fld>
            <a:endParaRPr lang="de-DE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Vergleich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20912208" name="Titel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de-DE"/>
              <a:t>Titelmasterformat durch Klicken bearbeiten</a:t>
            </a:r>
            <a:endParaRPr lang="de-DE"/>
          </a:p>
        </p:txBody>
      </p:sp>
      <p:sp>
        <p:nvSpPr>
          <p:cNvPr id="923993851" name="Textplatzhalter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de-DE"/>
              <a:t>Textmasterformat bearbeiten</a:t>
            </a:r>
            <a:endParaRPr/>
          </a:p>
        </p:txBody>
      </p:sp>
      <p:sp>
        <p:nvSpPr>
          <p:cNvPr id="1353431666" name="Inhaltsplatzhalter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de-DE"/>
              <a:t>Textmasterformat bearbeiten</a:t>
            </a:r>
            <a:endParaRPr/>
          </a:p>
          <a:p>
            <a:pPr lvl="1">
              <a:defRPr/>
            </a:pPr>
            <a:r>
              <a:rPr lang="de-DE"/>
              <a:t>Zweite Ebene</a:t>
            </a:r>
            <a:endParaRPr/>
          </a:p>
          <a:p>
            <a:pPr lvl="2">
              <a:defRPr/>
            </a:pPr>
            <a:r>
              <a:rPr lang="de-DE"/>
              <a:t>Dritte Ebene</a:t>
            </a:r>
            <a:endParaRPr/>
          </a:p>
          <a:p>
            <a:pPr lvl="3">
              <a:defRPr/>
            </a:pPr>
            <a:r>
              <a:rPr lang="de-DE"/>
              <a:t>Vierte Ebene</a:t>
            </a:r>
            <a:endParaRPr/>
          </a:p>
          <a:p>
            <a:pPr lvl="4">
              <a:defRPr/>
            </a:pPr>
            <a:r>
              <a:rPr lang="de-DE"/>
              <a:t>Fünfte Ebene</a:t>
            </a:r>
            <a:endParaRPr lang="de-DE"/>
          </a:p>
        </p:txBody>
      </p:sp>
      <p:sp>
        <p:nvSpPr>
          <p:cNvPr id="1192162251" name="Textplatzhalter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de-DE"/>
              <a:t>Textmasterformat bearbeiten</a:t>
            </a:r>
            <a:endParaRPr/>
          </a:p>
        </p:txBody>
      </p:sp>
      <p:sp>
        <p:nvSpPr>
          <p:cNvPr id="2005940291" name="Inhaltsplatzhalter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de-DE"/>
              <a:t>Textmasterformat bearbeiten</a:t>
            </a:r>
            <a:endParaRPr/>
          </a:p>
          <a:p>
            <a:pPr lvl="1">
              <a:defRPr/>
            </a:pPr>
            <a:r>
              <a:rPr lang="de-DE"/>
              <a:t>Zweite Ebene</a:t>
            </a:r>
            <a:endParaRPr/>
          </a:p>
          <a:p>
            <a:pPr lvl="2">
              <a:defRPr/>
            </a:pPr>
            <a:r>
              <a:rPr lang="de-DE"/>
              <a:t>Dritte Ebene</a:t>
            </a:r>
            <a:endParaRPr/>
          </a:p>
          <a:p>
            <a:pPr lvl="3">
              <a:defRPr/>
            </a:pPr>
            <a:r>
              <a:rPr lang="de-DE"/>
              <a:t>Vierte Ebene</a:t>
            </a:r>
            <a:endParaRPr/>
          </a:p>
          <a:p>
            <a:pPr lvl="4">
              <a:defRPr/>
            </a:pPr>
            <a:r>
              <a:rPr lang="de-DE"/>
              <a:t>Fünfte Ebene</a:t>
            </a:r>
            <a:endParaRPr lang="de-DE"/>
          </a:p>
        </p:txBody>
      </p:sp>
      <p:sp>
        <p:nvSpPr>
          <p:cNvPr id="136860995" name="Datumsplatzhalt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de-DE"/>
              <a:t>30.10.2013</a:t>
            </a:fld>
            <a:endParaRPr lang="de-DE"/>
          </a:p>
        </p:txBody>
      </p:sp>
      <p:sp>
        <p:nvSpPr>
          <p:cNvPr id="92196683" name="Fußzeilenplatzhalt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de-DE"/>
          </a:p>
        </p:txBody>
      </p:sp>
      <p:sp>
        <p:nvSpPr>
          <p:cNvPr id="1880925093" name="Foliennummernplatzhalt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de-DE"/>
              <a:t>‹#›</a:t>
            </a:fld>
            <a:endParaRPr lang="de-DE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Nur Titel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87767477" name="Titel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de-DE"/>
              <a:t>Titelmasterformat durch Klicken bearbeiten</a:t>
            </a:r>
            <a:endParaRPr lang="de-DE"/>
          </a:p>
        </p:txBody>
      </p:sp>
      <p:sp>
        <p:nvSpPr>
          <p:cNvPr id="28922862" name="Datumsplatzhalt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de-DE"/>
              <a:t>30.10.2013</a:t>
            </a:fld>
            <a:endParaRPr lang="de-DE"/>
          </a:p>
        </p:txBody>
      </p:sp>
      <p:sp>
        <p:nvSpPr>
          <p:cNvPr id="424684982" name="Fußzeilenplatzhalt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de-DE"/>
          </a:p>
        </p:txBody>
      </p:sp>
      <p:sp>
        <p:nvSpPr>
          <p:cNvPr id="642105531" name="Foliennummernplatzhalt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de-DE"/>
              <a:t>‹#›</a:t>
            </a:fld>
            <a:endParaRPr lang="de-DE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Le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43836938" name="Datumsplatzhalt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de-DE"/>
              <a:t>30.10.2013</a:t>
            </a:fld>
            <a:endParaRPr lang="de-DE"/>
          </a:p>
        </p:txBody>
      </p:sp>
      <p:sp>
        <p:nvSpPr>
          <p:cNvPr id="899870307" name="Fußzeilenplatzhalt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de-DE"/>
          </a:p>
        </p:txBody>
      </p:sp>
      <p:sp>
        <p:nvSpPr>
          <p:cNvPr id="1742104466" name="Foliennummernplatzhalt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de-DE"/>
              <a:t>‹#›</a:t>
            </a:fld>
            <a:endParaRPr lang="de-DE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Inhalt mit Überschrif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6141117" name="Titel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de-DE"/>
              <a:t>Titelmasterformat durch Klicken bearbeiten</a:t>
            </a:r>
            <a:endParaRPr lang="de-DE"/>
          </a:p>
        </p:txBody>
      </p:sp>
      <p:sp>
        <p:nvSpPr>
          <p:cNvPr id="1159507404" name="Inhaltsplatzhalter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de-DE"/>
              <a:t>Textmasterformat bearbeiten</a:t>
            </a:r>
            <a:endParaRPr/>
          </a:p>
          <a:p>
            <a:pPr lvl="1">
              <a:defRPr/>
            </a:pPr>
            <a:r>
              <a:rPr lang="de-DE"/>
              <a:t>Zweite Ebene</a:t>
            </a:r>
            <a:endParaRPr/>
          </a:p>
          <a:p>
            <a:pPr lvl="2">
              <a:defRPr/>
            </a:pPr>
            <a:r>
              <a:rPr lang="de-DE"/>
              <a:t>Dritte Ebene</a:t>
            </a:r>
            <a:endParaRPr/>
          </a:p>
          <a:p>
            <a:pPr lvl="3">
              <a:defRPr/>
            </a:pPr>
            <a:r>
              <a:rPr lang="de-DE"/>
              <a:t>Vierte Ebene</a:t>
            </a:r>
            <a:endParaRPr/>
          </a:p>
          <a:p>
            <a:pPr lvl="4">
              <a:defRPr/>
            </a:pPr>
            <a:r>
              <a:rPr lang="de-DE"/>
              <a:t>Fünfte Ebene</a:t>
            </a:r>
            <a:endParaRPr lang="de-DE"/>
          </a:p>
        </p:txBody>
      </p:sp>
      <p:sp>
        <p:nvSpPr>
          <p:cNvPr id="298301376" name="Textplatzhalt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de-DE"/>
              <a:t>Textmasterformat bearbeiten</a:t>
            </a:r>
            <a:endParaRPr/>
          </a:p>
        </p:txBody>
      </p:sp>
      <p:sp>
        <p:nvSpPr>
          <p:cNvPr id="2049176388" name="Datumsplatzhalt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de-DE"/>
              <a:t>30.10.2013</a:t>
            </a:fld>
            <a:endParaRPr lang="de-DE"/>
          </a:p>
        </p:txBody>
      </p:sp>
      <p:sp>
        <p:nvSpPr>
          <p:cNvPr id="642786797" name="Fußzeilenplatzhalt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de-DE"/>
          </a:p>
        </p:txBody>
      </p:sp>
      <p:sp>
        <p:nvSpPr>
          <p:cNvPr id="1897892675" name="Foliennummernplatzhalt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de-DE"/>
              <a:t>‹#›</a:t>
            </a:fld>
            <a:endParaRPr lang="de-DE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Bild mit Überschrif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8053286" name="Titel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de-DE"/>
              <a:t>Titelmasterformat durch Klicken bearbeiten</a:t>
            </a:r>
            <a:endParaRPr lang="de-DE"/>
          </a:p>
        </p:txBody>
      </p:sp>
      <p:sp>
        <p:nvSpPr>
          <p:cNvPr id="1285012470" name="Bildplatzhalter 2"/>
          <p:cNvSpPr>
            <a:spLocks noChangeAspect="1"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de-DE"/>
              <a:t>Klicken Sie auf das Symbol, um ein Bild hinzuzufügen</a:t>
            </a:r>
            <a:endParaRPr lang="de-DE"/>
          </a:p>
        </p:txBody>
      </p:sp>
      <p:sp>
        <p:nvSpPr>
          <p:cNvPr id="1937927463" name="Textplatzhalt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de-DE"/>
              <a:t>Textmasterformat bearbeiten</a:t>
            </a:r>
            <a:endParaRPr/>
          </a:p>
        </p:txBody>
      </p:sp>
      <p:sp>
        <p:nvSpPr>
          <p:cNvPr id="2127171230" name="Datumsplatzhalt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de-DE"/>
              <a:t>30.10.2013</a:t>
            </a:fld>
            <a:endParaRPr lang="de-DE"/>
          </a:p>
        </p:txBody>
      </p:sp>
      <p:sp>
        <p:nvSpPr>
          <p:cNvPr id="317904976" name="Fußzeilenplatzhalt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de-DE"/>
          </a:p>
        </p:txBody>
      </p:sp>
      <p:sp>
        <p:nvSpPr>
          <p:cNvPr id="850567607" name="Foliennummernplatzhalt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de-DE"/>
              <a:t>‹#›</a:t>
            </a:fld>
            <a:endParaRPr lang="de-DE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el und vertikaler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7594692" name="Titel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de-DE"/>
              <a:t>Titelmasterformat durch Klicken bearbeiten</a:t>
            </a:r>
            <a:endParaRPr lang="de-DE"/>
          </a:p>
        </p:txBody>
      </p:sp>
      <p:sp>
        <p:nvSpPr>
          <p:cNvPr id="1807025449" name="Vertikaler Textplatzhalt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de-DE"/>
              <a:t>Textmasterformat bearbeiten</a:t>
            </a:r>
            <a:endParaRPr/>
          </a:p>
          <a:p>
            <a:pPr lvl="1">
              <a:defRPr/>
            </a:pPr>
            <a:r>
              <a:rPr lang="de-DE"/>
              <a:t>Zweite Ebene</a:t>
            </a:r>
            <a:endParaRPr/>
          </a:p>
          <a:p>
            <a:pPr lvl="2">
              <a:defRPr/>
            </a:pPr>
            <a:r>
              <a:rPr lang="de-DE"/>
              <a:t>Dritte Ebene</a:t>
            </a:r>
            <a:endParaRPr/>
          </a:p>
          <a:p>
            <a:pPr lvl="3">
              <a:defRPr/>
            </a:pPr>
            <a:r>
              <a:rPr lang="de-DE"/>
              <a:t>Vierte Ebene</a:t>
            </a:r>
            <a:endParaRPr/>
          </a:p>
          <a:p>
            <a:pPr lvl="4">
              <a:defRPr/>
            </a:pPr>
            <a:r>
              <a:rPr lang="de-DE"/>
              <a:t>Fünfte Ebene</a:t>
            </a:r>
            <a:endParaRPr lang="de-DE"/>
          </a:p>
        </p:txBody>
      </p:sp>
      <p:sp>
        <p:nvSpPr>
          <p:cNvPr id="393670278" name="Datumsplatzhalt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de-DE"/>
              <a:t>30.10.2013</a:t>
            </a:fld>
            <a:endParaRPr lang="de-DE"/>
          </a:p>
        </p:txBody>
      </p:sp>
      <p:sp>
        <p:nvSpPr>
          <p:cNvPr id="1273045109" name="Fußzeilenplatzhalt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de-DE"/>
          </a:p>
        </p:txBody>
      </p:sp>
      <p:sp>
        <p:nvSpPr>
          <p:cNvPr id="1566498482" name="Foliennummernplatzhalt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de-DE"/>
              <a:t>‹#›</a:t>
            </a:fld>
            <a:endParaRPr lang="de-DE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kaler Titel u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0882001" name="Vertikaler Titel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de-DE"/>
              <a:t>Titelmasterformat durch Klicken bearbeiten</a:t>
            </a:r>
            <a:endParaRPr lang="de-DE"/>
          </a:p>
        </p:txBody>
      </p:sp>
      <p:sp>
        <p:nvSpPr>
          <p:cNvPr id="1554089962" name="Vertikaler Textplatzhalt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de-DE"/>
              <a:t>Textmasterformat bearbeiten</a:t>
            </a:r>
            <a:endParaRPr/>
          </a:p>
          <a:p>
            <a:pPr lvl="1">
              <a:defRPr/>
            </a:pPr>
            <a:r>
              <a:rPr lang="de-DE"/>
              <a:t>Zweite Ebene</a:t>
            </a:r>
            <a:endParaRPr/>
          </a:p>
          <a:p>
            <a:pPr lvl="2">
              <a:defRPr/>
            </a:pPr>
            <a:r>
              <a:rPr lang="de-DE"/>
              <a:t>Dritte Ebene</a:t>
            </a:r>
            <a:endParaRPr/>
          </a:p>
          <a:p>
            <a:pPr lvl="3">
              <a:defRPr/>
            </a:pPr>
            <a:r>
              <a:rPr lang="de-DE"/>
              <a:t>Vierte Ebene</a:t>
            </a:r>
            <a:endParaRPr/>
          </a:p>
          <a:p>
            <a:pPr lvl="4">
              <a:defRPr/>
            </a:pPr>
            <a:r>
              <a:rPr lang="de-DE"/>
              <a:t>Fünfte Ebene</a:t>
            </a:r>
            <a:endParaRPr lang="de-DE"/>
          </a:p>
        </p:txBody>
      </p:sp>
      <p:sp>
        <p:nvSpPr>
          <p:cNvPr id="2119724015" name="Datumsplatzhalt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de-DE"/>
              <a:t>30.10.2013</a:t>
            </a:fld>
            <a:endParaRPr lang="de-DE"/>
          </a:p>
        </p:txBody>
      </p:sp>
      <p:sp>
        <p:nvSpPr>
          <p:cNvPr id="1785737951" name="Fußzeilenplatzhalt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de-DE"/>
          </a:p>
        </p:txBody>
      </p:sp>
      <p:sp>
        <p:nvSpPr>
          <p:cNvPr id="866819315" name="Foliennummernplatzhalt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de-DE"/>
              <a:t>‹#›</a:t>
            </a:fld>
            <a:endParaRPr lang="de-DE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8383912" name="Titelplatzhalt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de-DE"/>
              <a:t>Titelmasterformat durch Klicken bearbeiten</a:t>
            </a:r>
            <a:endParaRPr lang="de-DE"/>
          </a:p>
        </p:txBody>
      </p:sp>
      <p:sp>
        <p:nvSpPr>
          <p:cNvPr id="449644255" name="Textplatzhalter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de-DE"/>
              <a:t>Textmasterformat bearbeiten</a:t>
            </a:r>
            <a:endParaRPr/>
          </a:p>
          <a:p>
            <a:pPr lvl="1">
              <a:defRPr/>
            </a:pPr>
            <a:r>
              <a:rPr lang="de-DE"/>
              <a:t>Zweite Ebene</a:t>
            </a:r>
            <a:endParaRPr/>
          </a:p>
          <a:p>
            <a:pPr lvl="2">
              <a:defRPr/>
            </a:pPr>
            <a:r>
              <a:rPr lang="de-DE"/>
              <a:t>Dritte Ebene</a:t>
            </a:r>
            <a:endParaRPr/>
          </a:p>
          <a:p>
            <a:pPr lvl="3">
              <a:defRPr/>
            </a:pPr>
            <a:r>
              <a:rPr lang="de-DE"/>
              <a:t>Vierte Ebene</a:t>
            </a:r>
            <a:endParaRPr/>
          </a:p>
          <a:p>
            <a:pPr lvl="4">
              <a:defRPr/>
            </a:pPr>
            <a:r>
              <a:rPr lang="de-DE"/>
              <a:t>Fünfte Ebene</a:t>
            </a:r>
            <a:endParaRPr lang="de-DE"/>
          </a:p>
        </p:txBody>
      </p:sp>
      <p:sp>
        <p:nvSpPr>
          <p:cNvPr id="1428925837" name="Datumsplatzhalt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de-DE"/>
              <a:t>30.10.2013</a:t>
            </a:fld>
            <a:endParaRPr lang="de-DE"/>
          </a:p>
        </p:txBody>
      </p:sp>
      <p:sp>
        <p:nvSpPr>
          <p:cNvPr id="27551658" name="Fußzeilenplatzhalt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1714270603" name="Foliennummernplatzhalt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 lang="de-DE"/>
              <a:t>‹#›</a:t>
            </a:fld>
            <a:endParaRPr lang="de-DE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github.com/Monstroxx/greenhouse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4266357" name="Titel 1"/>
          <p:cNvSpPr>
            <a:spLocks noGrp="1"/>
          </p:cNvSpPr>
          <p:nvPr>
            <p:ph type="ctrTitle"/>
          </p:nvPr>
        </p:nvSpPr>
        <p:spPr bwMode="auto"/>
        <p:txBody>
          <a:bodyPr/>
          <a:lstStyle/>
          <a:p>
            <a:pPr>
              <a:defRPr/>
            </a:pPr>
            <a:r>
              <a:rPr lang="de-DE"/>
              <a:t>Hexaplant</a:t>
            </a:r>
            <a:endParaRPr lang="de-DE"/>
          </a:p>
        </p:txBody>
      </p:sp>
      <p:sp>
        <p:nvSpPr>
          <p:cNvPr id="10053082" name="Untertitel 2"/>
          <p:cNvSpPr>
            <a:spLocks noGrp="1"/>
          </p:cNvSpPr>
          <p:nvPr>
            <p:ph type="subTitle" idx="1"/>
          </p:nvPr>
        </p:nvSpPr>
        <p:spPr bwMode="auto"/>
        <p:txBody>
          <a:bodyPr/>
          <a:lstStyle/>
          <a:p>
            <a:pPr>
              <a:defRPr/>
            </a:pPr>
            <a:r>
              <a:rPr lang="de-DE"/>
              <a:t>Jonas, Rafa, Alex, Timon</a:t>
            </a:r>
            <a:endParaRPr lang="de-DE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5925731" name="Titel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Modern Design</a:t>
            </a:r>
            <a:endParaRPr/>
          </a:p>
        </p:txBody>
      </p:sp>
      <p:pic>
        <p:nvPicPr>
          <p:cNvPr id="609688392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5504465" y="46540"/>
            <a:ext cx="7321186" cy="6764918"/>
          </a:xfrm>
          <a:prstGeom prst="rect">
            <a:avLst/>
          </a:prstGeom>
        </p:spPr>
      </p:pic>
      <p:sp>
        <p:nvSpPr>
          <p:cNvPr id="796753516" name=""/>
          <p:cNvSpPr txBox="1"/>
          <p:nvPr/>
        </p:nvSpPr>
        <p:spPr bwMode="auto">
          <a:xfrm rot="0" flipH="0" flipV="0">
            <a:off x="1085884" y="2271345"/>
            <a:ext cx="4703842" cy="9147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283879" indent="-283879">
              <a:buFont typeface="Arial"/>
              <a:buChar char="•"/>
              <a:defRPr/>
            </a:pPr>
            <a:r>
              <a:rPr/>
              <a:t>Modular</a:t>
            </a:r>
            <a:endParaRPr/>
          </a:p>
          <a:p>
            <a:pPr marL="283879" indent="-283879">
              <a:buFont typeface="Arial"/>
              <a:buChar char="•"/>
              <a:defRPr/>
            </a:pPr>
            <a:r>
              <a:rPr/>
              <a:t>Simple parts</a:t>
            </a:r>
            <a:endParaRPr/>
          </a:p>
          <a:p>
            <a:pPr marL="283879" indent="-283879">
              <a:buFont typeface="Arial"/>
              <a:buChar char="•"/>
              <a:defRPr/>
            </a:pPr>
            <a:r>
              <a:rPr/>
              <a:t>Easy to assemble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79505027" name="Titel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The Parts - 5 Pieces</a:t>
            </a:r>
            <a:endParaRPr/>
          </a:p>
        </p:txBody>
      </p:sp>
      <p:pic>
        <p:nvPicPr>
          <p:cNvPr id="1625518886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92491" y="4278922"/>
            <a:ext cx="4162298" cy="2505807"/>
          </a:xfrm>
          <a:prstGeom prst="rect">
            <a:avLst/>
          </a:prstGeom>
        </p:spPr>
      </p:pic>
      <p:pic>
        <p:nvPicPr>
          <p:cNvPr id="2107968497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47636" y="1964988"/>
            <a:ext cx="4207153" cy="2313934"/>
          </a:xfrm>
          <a:prstGeom prst="rect">
            <a:avLst/>
          </a:prstGeom>
        </p:spPr>
      </p:pic>
      <p:pic>
        <p:nvPicPr>
          <p:cNvPr id="1876715740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 rot="0" flipH="0" flipV="0">
            <a:off x="4254790" y="2139461"/>
            <a:ext cx="1600513" cy="4278922"/>
          </a:xfrm>
          <a:prstGeom prst="rect">
            <a:avLst/>
          </a:prstGeom>
        </p:spPr>
      </p:pic>
      <p:pic>
        <p:nvPicPr>
          <p:cNvPr id="67823622" name="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 flipH="0" flipV="0">
            <a:off x="6095999" y="3823647"/>
            <a:ext cx="5860840" cy="2771589"/>
          </a:xfrm>
          <a:prstGeom prst="rect">
            <a:avLst/>
          </a:prstGeom>
        </p:spPr>
      </p:pic>
      <p:pic>
        <p:nvPicPr>
          <p:cNvPr id="1992476976" name="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 flipH="0" flipV="0">
            <a:off x="6095999" y="1589424"/>
            <a:ext cx="5835562" cy="2292837"/>
          </a:xfrm>
          <a:prstGeom prst="rect">
            <a:avLst/>
          </a:prstGeom>
        </p:spPr>
      </p:pic>
      <p:sp>
        <p:nvSpPr>
          <p:cNvPr id="940970352" name=""/>
          <p:cNvSpPr txBox="1"/>
          <p:nvPr/>
        </p:nvSpPr>
        <p:spPr bwMode="auto">
          <a:xfrm rot="0" flipH="0" flipV="0">
            <a:off x="1365159" y="2938895"/>
            <a:ext cx="1616962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/>
              <a:t>Plant Base</a:t>
            </a:r>
            <a:endParaRPr/>
          </a:p>
        </p:txBody>
      </p:sp>
      <p:sp>
        <p:nvSpPr>
          <p:cNvPr id="2010222756" name=""/>
          <p:cNvSpPr txBox="1"/>
          <p:nvPr/>
        </p:nvSpPr>
        <p:spPr bwMode="auto">
          <a:xfrm rot="0" flipH="0" flipV="0">
            <a:off x="2316807" y="5641730"/>
            <a:ext cx="1144440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/>
              <a:t>Base</a:t>
            </a:r>
            <a:endParaRPr/>
          </a:p>
        </p:txBody>
      </p:sp>
      <p:sp>
        <p:nvSpPr>
          <p:cNvPr id="1213346720" name=""/>
          <p:cNvSpPr txBox="1"/>
          <p:nvPr/>
        </p:nvSpPr>
        <p:spPr bwMode="auto">
          <a:xfrm rot="0" flipH="0" flipV="0">
            <a:off x="4891504" y="6052264"/>
            <a:ext cx="1131225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/>
              <a:t>Pillar</a:t>
            </a:r>
            <a:endParaRPr/>
          </a:p>
        </p:txBody>
      </p:sp>
      <p:sp>
        <p:nvSpPr>
          <p:cNvPr id="1370729455" name=""/>
          <p:cNvSpPr txBox="1"/>
          <p:nvPr/>
        </p:nvSpPr>
        <p:spPr bwMode="auto">
          <a:xfrm rot="392779" flipH="0" flipV="0">
            <a:off x="7328422" y="3245940"/>
            <a:ext cx="2330681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/>
              <a:t>Window Holder</a:t>
            </a:r>
            <a:endParaRPr/>
          </a:p>
        </p:txBody>
      </p:sp>
      <p:sp>
        <p:nvSpPr>
          <p:cNvPr id="322465998" name=""/>
          <p:cNvSpPr txBox="1"/>
          <p:nvPr/>
        </p:nvSpPr>
        <p:spPr bwMode="auto">
          <a:xfrm rot="0" flipH="0" flipV="0">
            <a:off x="9394615" y="5517285"/>
            <a:ext cx="1536599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/>
              <a:t>Pillar Top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1062146" name="Titel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Extension</a:t>
            </a:r>
            <a:endParaRPr/>
          </a:p>
        </p:txBody>
      </p:sp>
      <p:sp>
        <p:nvSpPr>
          <p:cNvPr id="1249923848" name="Inhaltsplatzhalt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Provided Water tank.</a:t>
            </a:r>
            <a:endParaRPr/>
          </a:p>
          <a:p>
            <a:pPr>
              <a:defRPr/>
            </a:pPr>
            <a:r>
              <a:rPr/>
              <a:t>Other Extensions possible</a:t>
            </a:r>
            <a:endParaRPr/>
          </a:p>
          <a:p>
            <a:pPr marL="457200" lvl="1" indent="0">
              <a:buFont typeface="Arial"/>
              <a:buNone/>
              <a:defRPr/>
            </a:pPr>
            <a:r>
              <a:rPr/>
              <a:t>that fit perfectly on the shape.</a:t>
            </a:r>
            <a:endParaRPr/>
          </a:p>
        </p:txBody>
      </p:sp>
      <p:pic>
        <p:nvPicPr>
          <p:cNvPr id="1183213548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921692" y="3198083"/>
            <a:ext cx="4208653" cy="3699115"/>
          </a:xfrm>
          <a:prstGeom prst="rect">
            <a:avLst/>
          </a:prstGeom>
        </p:spPr>
      </p:pic>
      <p:pic>
        <p:nvPicPr>
          <p:cNvPr id="1599267491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6501911" y="67455"/>
            <a:ext cx="5275929" cy="672308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9805942" name="Titel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Electronics</a:t>
            </a:r>
            <a:endParaRPr/>
          </a:p>
        </p:txBody>
      </p:sp>
      <p:pic>
        <p:nvPicPr>
          <p:cNvPr id="396789985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838198" y="1586227"/>
            <a:ext cx="9984904" cy="505196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2396006" name="Titel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Features</a:t>
            </a:r>
            <a:endParaRPr/>
          </a:p>
        </p:txBody>
      </p:sp>
      <p:sp>
        <p:nvSpPr>
          <p:cNvPr id="12938144" name="Inhaltsplatzhalter 2"/>
          <p:cNvSpPr>
            <a:spLocks noGrp="1"/>
          </p:cNvSpPr>
          <p:nvPr>
            <p:ph idx="1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/>
              <a:t>Display with window</a:t>
            </a:r>
            <a:endParaRPr/>
          </a:p>
          <a:p>
            <a:pPr lvl="1">
              <a:defRPr/>
            </a:pPr>
            <a:r>
              <a:rPr lang="de-DE" sz="2800" b="0" i="0" u="none" strike="noStrike" cap="none" spc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Temperature</a:t>
            </a:r>
            <a:endParaRPr sz="2800"/>
          </a:p>
          <a:p>
            <a:pPr lvl="1">
              <a:defRPr/>
            </a:pPr>
            <a:r>
              <a:rPr lang="de-DE" sz="2800" b="0" i="0" u="none" strike="noStrike" cap="none" spc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Humility</a:t>
            </a:r>
            <a:endParaRPr sz="2800"/>
          </a:p>
          <a:p>
            <a:pPr lvl="1">
              <a:defRPr/>
            </a:pPr>
            <a:r>
              <a:rPr lang="de-DE" sz="2400" b="0" i="0" u="none" strike="noStrike" cap="none" spc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Air Pressure</a:t>
            </a:r>
            <a:endParaRPr/>
          </a:p>
          <a:p>
            <a:pPr>
              <a:defRPr/>
            </a:pPr>
            <a:r>
              <a:rPr/>
              <a:t>Pump</a:t>
            </a:r>
            <a:endParaRPr/>
          </a:p>
          <a:p>
            <a:pPr lvl="1">
              <a:defRPr/>
            </a:pPr>
            <a:r>
              <a:rPr/>
              <a:t>Automatic watering system</a:t>
            </a:r>
            <a:endParaRPr/>
          </a:p>
          <a:p>
            <a:pPr lvl="1">
              <a:defRPr/>
            </a:pPr>
            <a:r>
              <a:rPr/>
              <a:t>Water tank</a:t>
            </a:r>
            <a:endParaRPr/>
          </a:p>
          <a:p>
            <a:pPr>
              <a:defRPr/>
            </a:pPr>
            <a:r>
              <a:rPr/>
              <a:t>Window</a:t>
            </a:r>
            <a:endParaRPr/>
          </a:p>
          <a:p>
            <a:pPr lvl="1">
              <a:defRPr/>
            </a:pPr>
            <a:r>
              <a:rPr lang="de-DE" sz="2400" b="0" i="0" u="none" strike="noStrike" cap="none" spc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Opens if to hot</a:t>
            </a:r>
            <a:endParaRPr sz="2400"/>
          </a:p>
          <a:p>
            <a:pPr lvl="1">
              <a:defRPr/>
            </a:pPr>
            <a:r>
              <a:rPr lang="de-DE" sz="2400" b="0" i="0" u="none" strike="noStrike" cap="none" spc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Closes if to cold</a:t>
            </a:r>
            <a:endParaRPr sz="2400"/>
          </a:p>
        </p:txBody>
      </p:sp>
      <p:pic>
        <p:nvPicPr>
          <p:cNvPr id="1085506994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5563698" y="1690687"/>
            <a:ext cx="3057525" cy="1590674"/>
          </a:xfrm>
          <a:prstGeom prst="rect">
            <a:avLst/>
          </a:prstGeom>
        </p:spPr>
      </p:pic>
      <p:pic>
        <p:nvPicPr>
          <p:cNvPr id="1235923494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8030141" y="3004038"/>
            <a:ext cx="3240165" cy="2140472"/>
          </a:xfrm>
          <a:prstGeom prst="rect">
            <a:avLst/>
          </a:prstGeom>
        </p:spPr>
      </p:pic>
      <p:pic>
        <p:nvPicPr>
          <p:cNvPr id="1185539368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 flipH="0" flipV="0">
            <a:off x="5228291" y="4296873"/>
            <a:ext cx="2801849" cy="231691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4106139" name="Titel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Assembly</a:t>
            </a:r>
            <a:endParaRPr/>
          </a:p>
        </p:txBody>
      </p:sp>
      <p:sp>
        <p:nvSpPr>
          <p:cNvPr id="853334102" name="Inhaltsplatzhalt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 lang="de-DE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Print all required parts</a:t>
            </a:r>
            <a:endParaRPr lang="de-DE" sz="28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  <a:p>
            <a:pPr>
              <a:defRPr/>
            </a:pPr>
            <a:r>
              <a:rPr lang="de-DE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Assemble structure and wire components (see </a:t>
            </a:r>
            <a:r>
              <a:rPr lang="de-DE" sz="2800" b="0" i="0" u="sng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  <a:hlinkClick r:id="rId3" tooltip=""/>
              </a:rPr>
              <a:t>README.md</a:t>
            </a:r>
            <a:r>
              <a:rPr lang="de-DE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 → Assembly → Step By Step)</a:t>
            </a:r>
            <a:endParaRPr lang="de-DE" sz="28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  <a:p>
            <a:pPr>
              <a:defRPr/>
            </a:pPr>
            <a:r>
              <a:rPr lang="de-DE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Flash code and verify functionality</a:t>
            </a:r>
            <a:endParaRPr lang="de-DE" sz="28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  <a:p>
            <a:pPr>
              <a:defRPr/>
            </a:pPr>
            <a:r>
              <a:rPr lang="de-DE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Prepare and insert glass panels</a:t>
            </a:r>
            <a:endParaRPr lang="de-DE" sz="28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  <a:p>
            <a:pPr>
              <a:defRPr/>
            </a:pPr>
            <a:r>
              <a:rPr lang="de-DE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Complete final assembly</a:t>
            </a:r>
            <a:endParaRPr/>
          </a:p>
        </p:txBody>
      </p:sp>
      <p:sp>
        <p:nvSpPr>
          <p:cNvPr id="520220212" name=""/>
          <p:cNvSpPr txBox="1"/>
          <p:nvPr/>
        </p:nvSpPr>
        <p:spPr bwMode="auto">
          <a:xfrm rot="0" flipH="0" flipV="0">
            <a:off x="838199" y="5810842"/>
            <a:ext cx="9630203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/>
              <a:t>You can find the instructions at </a:t>
            </a:r>
            <a:r>
              <a:rPr lang="de-DE" sz="1800" b="0" i="0" u="sng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  <a:hlinkClick r:id="rId3" tooltip=""/>
              </a:rPr>
              <a:t>https://github.com/Monstroxx/greenhouse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New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ONLYOFFICE/9.3.1.8</Application>
  <PresentationFormat>On-screen Show (4:3)</PresentationFormat>
  <Paragraphs>0</Paragraphs>
  <Slides>7</Slides>
  <Notes>7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8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8</cp:revision>
  <dcterms:created xsi:type="dcterms:W3CDTF">2012-12-03T06:56:55Z</dcterms:created>
  <dcterms:modified xsi:type="dcterms:W3CDTF">2026-03-24T11:43:42Z</dcterms:modified>
</cp:coreProperties>
</file>