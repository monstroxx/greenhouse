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849423" name="Platzhalter für Überschrift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239825836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de-DE"/>
              <a:t>10/30/2013</a:t>
            </a:fld>
            <a:endParaRPr lang="de-DE"/>
          </a:p>
        </p:txBody>
      </p:sp>
      <p:sp>
        <p:nvSpPr>
          <p:cNvPr id="2086480465" name="Platzhalter für Folienbi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655398302" name="Platzhalter für Notizen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671437593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46795565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225958" name="Platzhalter für Folienbild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225799" name="Platzhalter für Notizen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latin typeface="Arial"/>
                <a:cs typeface="Arial"/>
              </a:rPr>
              <a:t>Alex</a:t>
            </a:r>
            <a:endParaRPr lang="de-DE">
              <a:latin typeface="Arial"/>
              <a:cs typeface="Arial"/>
            </a:endParaRPr>
          </a:p>
        </p:txBody>
      </p:sp>
      <p:sp>
        <p:nvSpPr>
          <p:cNvPr id="284313525" name="Foliennummernplatzhalt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8622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7753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Alex</a:t>
            </a:r>
            <a:endParaRPr/>
          </a:p>
        </p:txBody>
      </p:sp>
      <p:sp>
        <p:nvSpPr>
          <p:cNvPr id="37500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9A7BD3-7B2C-7492-E174-BF70D90904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5520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553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Timon</a:t>
            </a:r>
            <a:endParaRPr/>
          </a:p>
        </p:txBody>
      </p:sp>
      <p:sp>
        <p:nvSpPr>
          <p:cNvPr id="682939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3B53EF-E588-30E9-8561-C770839269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2679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357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Timon</a:t>
            </a:r>
            <a:endParaRPr/>
          </a:p>
        </p:txBody>
      </p:sp>
      <p:sp>
        <p:nvSpPr>
          <p:cNvPr id="9658666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077DD-7D8F-EC97-E34C-66E8F3EEC7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868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246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Jonas</a:t>
            </a:r>
            <a:endParaRPr/>
          </a:p>
        </p:txBody>
      </p:sp>
      <p:sp>
        <p:nvSpPr>
          <p:cNvPr id="722528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2630C1-701F-5DC6-61A7-6500D3A6CE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1806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747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Jonas</a:t>
            </a:r>
            <a:endParaRPr/>
          </a:p>
        </p:txBody>
      </p:sp>
      <p:sp>
        <p:nvSpPr>
          <p:cNvPr id="13008336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E5D564-EF9C-389A-8A22-F1C389F71E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682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235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Rafa</a:t>
            </a:r>
            <a:endParaRPr/>
          </a:p>
        </p:txBody>
      </p:sp>
      <p:sp>
        <p:nvSpPr>
          <p:cNvPr id="1382077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7ABA56-F0A9-0673-D9C6-533F696A8A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4113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0819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Rafa</a:t>
            </a:r>
            <a:endParaRPr/>
          </a:p>
        </p:txBody>
      </p:sp>
      <p:sp>
        <p:nvSpPr>
          <p:cNvPr id="651614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9F5722-BC0D-F453-543C-68CC44FCD0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370789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556196198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Formatvorlage des Untertitelmasters durch Klicken bearbeiten</a:t>
            </a:r>
            <a:endParaRPr lang="de-DE"/>
          </a:p>
        </p:txBody>
      </p:sp>
      <p:sp>
        <p:nvSpPr>
          <p:cNvPr id="642941338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813184513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20457005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11343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95932450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936161660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12550118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8202360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Abschnitts-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830685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984920424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306380077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310069756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87150211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93050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761264034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2133737370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562945731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478208005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9183886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717244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028883554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454568876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761545598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2065227955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74216055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587533260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7950898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89550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145438774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352900062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58869518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49884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2121328865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65137869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00436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642131752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75930630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754146189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574093820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73145541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383203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91245671" name="Bildplatzhalt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de-DE"/>
              <a:t>Klicken Sie auf das Symbol, um ein Bild hinzuzufügen</a:t>
            </a:r>
            <a:endParaRPr lang="de-DE"/>
          </a:p>
        </p:txBody>
      </p:sp>
      <p:sp>
        <p:nvSpPr>
          <p:cNvPr id="968948076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936800016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211500798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98407122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12047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572162592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346845122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312683927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86524999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718037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4165858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79727270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600208252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14977147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237666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88384470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2033596685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747303610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837458877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Monstroxx/greenhouse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674251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Hexaplant</a:t>
            </a:r>
            <a:endParaRPr lang="de-DE"/>
          </a:p>
        </p:txBody>
      </p:sp>
      <p:sp>
        <p:nvSpPr>
          <p:cNvPr id="1162724629" name="Untertitel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Jonas, Rafa, Alex, Timon</a:t>
            </a: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01185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Modern Design</a:t>
            </a:r>
            <a:endParaRPr/>
          </a:p>
        </p:txBody>
      </p:sp>
      <p:pic>
        <p:nvPicPr>
          <p:cNvPr id="8406417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504465" y="46540"/>
            <a:ext cx="7321186" cy="6764918"/>
          </a:xfrm>
          <a:prstGeom prst="rect">
            <a:avLst/>
          </a:prstGeom>
        </p:spPr>
      </p:pic>
      <p:sp>
        <p:nvSpPr>
          <p:cNvPr id="332482389" name=""/>
          <p:cNvSpPr txBox="1"/>
          <p:nvPr/>
        </p:nvSpPr>
        <p:spPr bwMode="auto">
          <a:xfrm rot="0" flipH="0" flipV="0">
            <a:off x="1085884" y="2271345"/>
            <a:ext cx="4703842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/>
              <a:t>Modular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/>
              <a:t>Simple parts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/>
              <a:t>Easy to assemble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50110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The Parts - 5 Pieces</a:t>
            </a:r>
            <a:endParaRPr/>
          </a:p>
        </p:txBody>
      </p:sp>
      <p:pic>
        <p:nvPicPr>
          <p:cNvPr id="4871606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2491" y="4278922"/>
            <a:ext cx="4162298" cy="2505807"/>
          </a:xfrm>
          <a:prstGeom prst="rect">
            <a:avLst/>
          </a:prstGeom>
        </p:spPr>
      </p:pic>
      <p:pic>
        <p:nvPicPr>
          <p:cNvPr id="166744065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7636" y="1964988"/>
            <a:ext cx="4207153" cy="2313934"/>
          </a:xfrm>
          <a:prstGeom prst="rect">
            <a:avLst/>
          </a:prstGeom>
        </p:spPr>
      </p:pic>
      <p:pic>
        <p:nvPicPr>
          <p:cNvPr id="161067497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4254790" y="2139461"/>
            <a:ext cx="1600513" cy="4278922"/>
          </a:xfrm>
          <a:prstGeom prst="rect">
            <a:avLst/>
          </a:prstGeom>
        </p:spPr>
      </p:pic>
      <p:pic>
        <p:nvPicPr>
          <p:cNvPr id="640968181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095999" y="3823647"/>
            <a:ext cx="5860840" cy="2771589"/>
          </a:xfrm>
          <a:prstGeom prst="rect">
            <a:avLst/>
          </a:prstGeom>
        </p:spPr>
      </p:pic>
      <p:pic>
        <p:nvPicPr>
          <p:cNvPr id="936187336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6095999" y="1589424"/>
            <a:ext cx="5835562" cy="2292837"/>
          </a:xfrm>
          <a:prstGeom prst="rect">
            <a:avLst/>
          </a:prstGeom>
        </p:spPr>
      </p:pic>
      <p:sp>
        <p:nvSpPr>
          <p:cNvPr id="1306277987" name=""/>
          <p:cNvSpPr txBox="1"/>
          <p:nvPr/>
        </p:nvSpPr>
        <p:spPr bwMode="auto">
          <a:xfrm rot="0" flipH="0" flipV="0">
            <a:off x="1365159" y="2938895"/>
            <a:ext cx="161696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Plant Base</a:t>
            </a:r>
            <a:endParaRPr/>
          </a:p>
        </p:txBody>
      </p:sp>
      <p:sp>
        <p:nvSpPr>
          <p:cNvPr id="372731818" name=""/>
          <p:cNvSpPr txBox="1"/>
          <p:nvPr/>
        </p:nvSpPr>
        <p:spPr bwMode="auto">
          <a:xfrm rot="0" flipH="0" flipV="0">
            <a:off x="2316807" y="5641730"/>
            <a:ext cx="11444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Base</a:t>
            </a:r>
            <a:endParaRPr/>
          </a:p>
        </p:txBody>
      </p:sp>
      <p:sp>
        <p:nvSpPr>
          <p:cNvPr id="1165821182" name=""/>
          <p:cNvSpPr txBox="1"/>
          <p:nvPr/>
        </p:nvSpPr>
        <p:spPr bwMode="auto">
          <a:xfrm rot="0" flipH="0" flipV="0">
            <a:off x="4891504" y="6052264"/>
            <a:ext cx="113122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Pillar</a:t>
            </a:r>
            <a:endParaRPr/>
          </a:p>
        </p:txBody>
      </p:sp>
      <p:sp>
        <p:nvSpPr>
          <p:cNvPr id="82786564" name=""/>
          <p:cNvSpPr txBox="1"/>
          <p:nvPr/>
        </p:nvSpPr>
        <p:spPr bwMode="auto">
          <a:xfrm rot="392779" flipH="0" flipV="0">
            <a:off x="7328422" y="3245940"/>
            <a:ext cx="233068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Window Holder</a:t>
            </a:r>
            <a:endParaRPr/>
          </a:p>
        </p:txBody>
      </p:sp>
      <p:sp>
        <p:nvSpPr>
          <p:cNvPr id="144292303" name=""/>
          <p:cNvSpPr txBox="1"/>
          <p:nvPr/>
        </p:nvSpPr>
        <p:spPr bwMode="auto">
          <a:xfrm rot="0" flipH="0" flipV="0">
            <a:off x="9394615" y="5517285"/>
            <a:ext cx="15365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Pillar Top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83724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Extension</a:t>
            </a:r>
            <a:endParaRPr/>
          </a:p>
        </p:txBody>
      </p:sp>
      <p:sp>
        <p:nvSpPr>
          <p:cNvPr id="1325476089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Provided Water tank.</a:t>
            </a:r>
            <a:endParaRPr/>
          </a:p>
          <a:p>
            <a:pPr>
              <a:defRPr/>
            </a:pPr>
            <a:r>
              <a:rPr/>
              <a:t>Other Extensions possible</a:t>
            </a:r>
            <a:endParaRPr/>
          </a:p>
          <a:p>
            <a:pPr marL="457200" lvl="1" indent="0">
              <a:buFont typeface="Arial"/>
              <a:buNone/>
              <a:defRPr/>
            </a:pPr>
            <a:r>
              <a:rPr/>
              <a:t>that fit perfectly on the shape.</a:t>
            </a:r>
            <a:endParaRPr/>
          </a:p>
        </p:txBody>
      </p:sp>
      <p:pic>
        <p:nvPicPr>
          <p:cNvPr id="108724361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21692" y="3198083"/>
            <a:ext cx="4208653" cy="3699115"/>
          </a:xfrm>
          <a:prstGeom prst="rect">
            <a:avLst/>
          </a:prstGeom>
        </p:spPr>
      </p:pic>
      <p:pic>
        <p:nvPicPr>
          <p:cNvPr id="90019634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501911" y="67455"/>
            <a:ext cx="5275929" cy="6723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73858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Electronics</a:t>
            </a:r>
            <a:endParaRPr/>
          </a:p>
        </p:txBody>
      </p:sp>
      <p:pic>
        <p:nvPicPr>
          <p:cNvPr id="179300910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1586227"/>
            <a:ext cx="9984904" cy="5051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63830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Features</a:t>
            </a:r>
            <a:endParaRPr/>
          </a:p>
        </p:txBody>
      </p:sp>
      <p:sp>
        <p:nvSpPr>
          <p:cNvPr id="494503328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Display with window</a:t>
            </a:r>
            <a:endParaRPr/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Temperature</a:t>
            </a:r>
            <a:endParaRPr sz="2800"/>
          </a:p>
          <a:p>
            <a:pPr lvl="1"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Humility</a:t>
            </a:r>
            <a:endParaRPr sz="2800"/>
          </a:p>
          <a:p>
            <a:pPr lvl="1"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Soil messurement</a:t>
            </a:r>
            <a:endParaRPr lang="de-DE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Light level</a:t>
            </a:r>
            <a:endParaRPr/>
          </a:p>
          <a:p>
            <a:pPr>
              <a:defRPr/>
            </a:pPr>
            <a:r>
              <a:rPr/>
              <a:t>Pump</a:t>
            </a:r>
            <a:endParaRPr/>
          </a:p>
          <a:p>
            <a:pPr lvl="1">
              <a:defRPr/>
            </a:pPr>
            <a:r>
              <a:rPr/>
              <a:t>Automatic watering system</a:t>
            </a:r>
            <a:endParaRPr/>
          </a:p>
          <a:p>
            <a:pPr lvl="1">
              <a:defRPr/>
            </a:pPr>
            <a:r>
              <a:rPr/>
              <a:t>Water tank</a:t>
            </a:r>
            <a:endParaRPr/>
          </a:p>
          <a:p>
            <a:pPr>
              <a:defRPr/>
            </a:pPr>
            <a:r>
              <a:rPr/>
              <a:t>Window</a:t>
            </a:r>
            <a:endParaRPr/>
          </a:p>
          <a:p>
            <a:pPr lvl="1"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Opens if to hot</a:t>
            </a:r>
            <a:endParaRPr sz="2400"/>
          </a:p>
          <a:p>
            <a:pPr lvl="1"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Closes if to cold</a:t>
            </a:r>
            <a:endParaRPr sz="2400"/>
          </a:p>
        </p:txBody>
      </p:sp>
      <p:pic>
        <p:nvPicPr>
          <p:cNvPr id="80710437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563698" y="1690687"/>
            <a:ext cx="3057525" cy="1590674"/>
          </a:xfrm>
          <a:prstGeom prst="rect">
            <a:avLst/>
          </a:prstGeom>
        </p:spPr>
      </p:pic>
      <p:pic>
        <p:nvPicPr>
          <p:cNvPr id="200421671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030141" y="3004038"/>
            <a:ext cx="3240165" cy="2140472"/>
          </a:xfrm>
          <a:prstGeom prst="rect">
            <a:avLst/>
          </a:prstGeom>
        </p:spPr>
      </p:pic>
      <p:pic>
        <p:nvPicPr>
          <p:cNvPr id="33759161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228291" y="4296873"/>
            <a:ext cx="2801849" cy="23169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97759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Assembly</a:t>
            </a:r>
            <a:endParaRPr/>
          </a:p>
        </p:txBody>
      </p:sp>
      <p:sp>
        <p:nvSpPr>
          <p:cNvPr id="1356162247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Print all required parts</a:t>
            </a:r>
            <a:endParaRPr lang="de-D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Assemble structure and wire components (see </a:t>
            </a:r>
            <a:r>
              <a:rPr lang="de-DE" sz="2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README.md</a:t>
            </a: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→ Assembly → Step By Step)</a:t>
            </a:r>
            <a:endParaRPr lang="de-D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Flash code and verify functionality</a:t>
            </a:r>
            <a:endParaRPr lang="de-D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Prepare and insert glass panels</a:t>
            </a:r>
            <a:endParaRPr lang="de-D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Complete final assembly</a:t>
            </a:r>
            <a:endParaRPr/>
          </a:p>
        </p:txBody>
      </p:sp>
      <p:sp>
        <p:nvSpPr>
          <p:cNvPr id="529524885" name=""/>
          <p:cNvSpPr txBox="1"/>
          <p:nvPr/>
        </p:nvSpPr>
        <p:spPr bwMode="auto">
          <a:xfrm rot="0" flipH="0" flipV="0">
            <a:off x="838198" y="5810842"/>
            <a:ext cx="963020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You can find the instructions at </a:t>
            </a:r>
            <a:r>
              <a:rPr lang="de-DE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https://github.com/Monstroxx/greenhouse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33210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 Action</a:t>
            </a:r>
            <a:endParaRPr/>
          </a:p>
        </p:txBody>
      </p:sp>
      <p:sp>
        <p:nvSpPr>
          <p:cNvPr id="1805311561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See it in real live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created xsi:type="dcterms:W3CDTF">2012-12-03T06:56:55Z</dcterms:created>
  <dcterms:modified xsi:type="dcterms:W3CDTF">2026-03-26T08:04:08Z</dcterms:modified>
</cp:coreProperties>
</file>