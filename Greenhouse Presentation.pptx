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0"/>
  </p:notesMasterIdLst>
  <p:sldIdLst>
    <p:sldId id="256" r:id="rId4"/>
    <p:sldId id="257" r:id="rId5"/>
    <p:sldId id="258" r:id="rId6"/>
    <p:sldId id="259" r:id="rId7"/>
    <p:sldId id="260" r:id="rId8"/>
    <p:sldId id="261" r:id="rId9"/>
  </p:sldIdLst>
  <p:sldSz cx="12192000" cy="6858000"/>
  <p:notesSz cx="6858000" cy="9144000"/>
  <p:defaultTextStyle>
    <a:defPPr>
      <a:defRPr lang="de-DE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 /><Relationship Id="rId12" Type="http://schemas.openxmlformats.org/officeDocument/2006/relationships/tableStyles" Target="tableStyles.xml" /><Relationship Id="rId13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827930" name="Platzhalter für Überschrift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266161258" name="Datumsplatzhalt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de-DE"/>
              <a:t>10/30/2013</a:t>
            </a:fld>
            <a:endParaRPr lang="de-DE"/>
          </a:p>
        </p:txBody>
      </p:sp>
      <p:sp>
        <p:nvSpPr>
          <p:cNvPr id="790889530" name="Platzhalter für Folienbi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de-DE"/>
          </a:p>
        </p:txBody>
      </p:sp>
      <p:sp>
        <p:nvSpPr>
          <p:cNvPr id="1065301081" name="Platzhalter für Notizen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1820785137" name="Fußzeilenplatzhalt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83026560" name="Foliennummernplatzhalt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de-DE"/>
              <a:t>‹#›</a:t>
            </a:fld>
            <a:endParaRPr 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7904949" name="Platzhalter für Folienbild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58134336" name="Platzhalter für Notizen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>
              <a:latin typeface="Arial"/>
              <a:cs typeface="Arial"/>
            </a:endParaRPr>
          </a:p>
        </p:txBody>
      </p:sp>
      <p:sp>
        <p:nvSpPr>
          <p:cNvPr id="1693335394" name="Foliennummernplatzhalt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de-DE"/>
              <a:t>1</a:t>
            </a:fld>
            <a:endParaRPr lang="de-DE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38296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59994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94778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9A7BD3-7B2C-7492-E174-BF70D909048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3B53EF-E588-30E9-8561-C7708392693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D077DD-7D8F-EC97-E34C-66E8F3EEC71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2630C1-701F-5DC6-61A7-6500D3A6CEB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2E5D564-EF9C-389A-8A22-F1C389F71E4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elfoli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6385083" name="Titel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1615548816" name="Untertitel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de-DE"/>
              <a:t>Formatvorlage des Untertitelmasters durch Klicken bearbeiten</a:t>
            </a:r>
            <a:endParaRPr lang="de-DE"/>
          </a:p>
        </p:txBody>
      </p:sp>
      <p:sp>
        <p:nvSpPr>
          <p:cNvPr id="1771144208" name="Datumsplatzhalt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274050082" name="Fußzeilenplatzhalt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637434949" name="Foliennummernplatzhalt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el und Inhal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3734962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588939347" name="Inhaltsplatzhalt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2031768921" name="Datumsplatzhalt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1801901362" name="Fußzeilenplatzhalt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356262026" name="Foliennummernplatzhalt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Abschnitts-überschrif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0939385" name="Titel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1163301289" name="Textplatzhalt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1948616239" name="Datumsplatzhalt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1258184378" name="Fußzeilenplatzhalt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724504119" name="Foliennummernplatzhalt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Zwei Inhal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1854103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1401341510" name="Inhaltsplatzhalt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2017903243" name="Inhaltsplatzhalt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338776949" name="Datumsplatzhalt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1938067526" name="Fußzeilenplatzhalt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051414148" name="Foliennummernplatzhalt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Vergleich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0039153" name="Titel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503512544" name="Textplatzhalt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1745827041" name="Inhaltsplatzhalt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1095080913" name="Textplatzhalt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1170593909" name="Inhaltsplatzhalt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1295222711" name="Datumsplatzhalt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544530514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883256072" name="Foliennummernplatzhalt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Nur Tite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8965948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1962349263" name="Datumsplatzhalt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488805455" name="Fußzeilenplatzhalt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507026301" name="Foliennummernplatzhalt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Le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1549871" name="Datumsplatzhalt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1321601593" name="Fußzeilenplatzhalt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511114895" name="Foliennummernplatzhalt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Inhalt mit Überschrif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1767434" name="Titel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1980632879" name="Inhaltsplatzhalt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1091418276" name="Textplatzhalt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743586486" name="Datumsplatzhalt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1583695017" name="Fußzeilenplatzhalt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2008441899" name="Foliennummernplatzhalt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Bild mit Überschrif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6951303" name="Titel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1882023130" name="Bildplatzhalt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de-DE"/>
              <a:t>Klicken Sie auf das Symbol, um ein Bild hinzuzufügen</a:t>
            </a:r>
            <a:endParaRPr lang="de-DE"/>
          </a:p>
        </p:txBody>
      </p:sp>
      <p:sp>
        <p:nvSpPr>
          <p:cNvPr id="1243186582" name="Textplatzhalt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262488952" name="Datumsplatzhalt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645747428" name="Fußzeilenplatzhalt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920968350" name="Foliennummernplatzhalt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el und vertikaler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9000515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1124014559" name="Vertikaler Textplatzhalt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2047020109" name="Datumsplatzhalt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532556547" name="Fußzeilenplatzhalt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996533182" name="Foliennummernplatzhalt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kaler Titel u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3114032" name="Vertikaler Titel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1991762657" name="Vertikaler Textplatzhalt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1558250985" name="Datumsplatzhalt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1348958853" name="Fußzeilenplatzhalt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681115298" name="Foliennummernplatzhalt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954892" name="Titelplatzhalt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1105395082" name="Textplatzhalt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504326353" name="Datumsplatzhalt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1849901800" name="Fußzeilenplatzhalt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1306045902" name="Foliennummernplatzhalt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8966797" name="Titel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Hexaplant</a:t>
            </a:r>
            <a:endParaRPr lang="de-DE"/>
          </a:p>
        </p:txBody>
      </p:sp>
      <p:sp>
        <p:nvSpPr>
          <p:cNvPr id="680625266" name="Untertitel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Jonas, Rafa, Alex, Timon</a:t>
            </a:r>
            <a:endParaRPr lang="de-DE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4909910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Modern Design</a:t>
            </a:r>
            <a:endParaRPr/>
          </a:p>
        </p:txBody>
      </p:sp>
      <p:pic>
        <p:nvPicPr>
          <p:cNvPr id="173919769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5504465" y="46540"/>
            <a:ext cx="7321186" cy="6764919"/>
          </a:xfrm>
          <a:prstGeom prst="rect">
            <a:avLst/>
          </a:prstGeom>
        </p:spPr>
      </p:pic>
      <p:sp>
        <p:nvSpPr>
          <p:cNvPr id="519566329" name=""/>
          <p:cNvSpPr txBox="1"/>
          <p:nvPr/>
        </p:nvSpPr>
        <p:spPr bwMode="auto">
          <a:xfrm rot="0" flipH="0" flipV="0">
            <a:off x="1085884" y="2271345"/>
            <a:ext cx="4703842" cy="9147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9" indent="-283879">
              <a:buFont typeface="Arial"/>
              <a:buChar char="•"/>
              <a:defRPr/>
            </a:pPr>
            <a:r>
              <a:rPr/>
              <a:t>Modular</a:t>
            </a:r>
            <a:endParaRPr/>
          </a:p>
          <a:p>
            <a:pPr marL="283879" indent="-283879">
              <a:buFont typeface="Arial"/>
              <a:buChar char="•"/>
              <a:defRPr/>
            </a:pPr>
            <a:r>
              <a:rPr/>
              <a:t>Simple parts</a:t>
            </a:r>
            <a:endParaRPr/>
          </a:p>
          <a:p>
            <a:pPr marL="283879" indent="-283879">
              <a:buFont typeface="Arial"/>
              <a:buChar char="•"/>
              <a:defRPr/>
            </a:pPr>
            <a:r>
              <a:rPr/>
              <a:t>Easy to assemble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5497399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The Parts - 5 Pieces</a:t>
            </a:r>
            <a:endParaRPr/>
          </a:p>
        </p:txBody>
      </p:sp>
      <p:pic>
        <p:nvPicPr>
          <p:cNvPr id="212100716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92491" y="4278922"/>
            <a:ext cx="4162298" cy="2505807"/>
          </a:xfrm>
          <a:prstGeom prst="rect">
            <a:avLst/>
          </a:prstGeom>
        </p:spPr>
      </p:pic>
      <p:pic>
        <p:nvPicPr>
          <p:cNvPr id="789206775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47636" y="1964988"/>
            <a:ext cx="4207153" cy="2313934"/>
          </a:xfrm>
          <a:prstGeom prst="rect">
            <a:avLst/>
          </a:prstGeom>
        </p:spPr>
      </p:pic>
      <p:pic>
        <p:nvPicPr>
          <p:cNvPr id="1212653093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rot="0" flipH="0" flipV="0">
            <a:off x="4254790" y="2139461"/>
            <a:ext cx="1600513" cy="4278922"/>
          </a:xfrm>
          <a:prstGeom prst="rect">
            <a:avLst/>
          </a:prstGeom>
        </p:spPr>
      </p:pic>
      <p:pic>
        <p:nvPicPr>
          <p:cNvPr id="1273321800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6095999" y="3823647"/>
            <a:ext cx="5860840" cy="2771589"/>
          </a:xfrm>
          <a:prstGeom prst="rect">
            <a:avLst/>
          </a:prstGeom>
        </p:spPr>
      </p:pic>
      <p:pic>
        <p:nvPicPr>
          <p:cNvPr id="1230445359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6095999" y="1589424"/>
            <a:ext cx="5835562" cy="2292837"/>
          </a:xfrm>
          <a:prstGeom prst="rect">
            <a:avLst/>
          </a:prstGeom>
        </p:spPr>
      </p:pic>
      <p:sp>
        <p:nvSpPr>
          <p:cNvPr id="289699441" name=""/>
          <p:cNvSpPr txBox="1"/>
          <p:nvPr/>
        </p:nvSpPr>
        <p:spPr bwMode="auto">
          <a:xfrm rot="0" flipH="0" flipV="0">
            <a:off x="1365159" y="2938895"/>
            <a:ext cx="1616963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Plant Base</a:t>
            </a:r>
            <a:endParaRPr/>
          </a:p>
        </p:txBody>
      </p:sp>
      <p:sp>
        <p:nvSpPr>
          <p:cNvPr id="82135349" name=""/>
          <p:cNvSpPr txBox="1"/>
          <p:nvPr/>
        </p:nvSpPr>
        <p:spPr bwMode="auto">
          <a:xfrm rot="0" flipH="0" flipV="0">
            <a:off x="2316807" y="5641730"/>
            <a:ext cx="1144440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Base</a:t>
            </a:r>
            <a:endParaRPr/>
          </a:p>
        </p:txBody>
      </p:sp>
      <p:sp>
        <p:nvSpPr>
          <p:cNvPr id="1814070576" name=""/>
          <p:cNvSpPr txBox="1"/>
          <p:nvPr/>
        </p:nvSpPr>
        <p:spPr bwMode="auto">
          <a:xfrm rot="0" flipH="0" flipV="0">
            <a:off x="4891504" y="6052264"/>
            <a:ext cx="1131225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Pillar</a:t>
            </a:r>
            <a:endParaRPr/>
          </a:p>
        </p:txBody>
      </p:sp>
      <p:sp>
        <p:nvSpPr>
          <p:cNvPr id="808485464" name=""/>
          <p:cNvSpPr txBox="1"/>
          <p:nvPr/>
        </p:nvSpPr>
        <p:spPr bwMode="auto">
          <a:xfrm rot="392779" flipH="0" flipV="0">
            <a:off x="7328422" y="3245940"/>
            <a:ext cx="233068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Window Holder</a:t>
            </a:r>
            <a:endParaRPr/>
          </a:p>
        </p:txBody>
      </p:sp>
      <p:sp>
        <p:nvSpPr>
          <p:cNvPr id="2097067501" name=""/>
          <p:cNvSpPr txBox="1"/>
          <p:nvPr/>
        </p:nvSpPr>
        <p:spPr bwMode="auto">
          <a:xfrm rot="0" flipH="0" flipV="0">
            <a:off x="9394615" y="5517285"/>
            <a:ext cx="153659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Pillar Top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5019238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Extension</a:t>
            </a:r>
            <a:endParaRPr/>
          </a:p>
        </p:txBody>
      </p:sp>
      <p:sp>
        <p:nvSpPr>
          <p:cNvPr id="939318497" name="Inhaltsplatzhalt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Provided Water tank.</a:t>
            </a:r>
            <a:endParaRPr/>
          </a:p>
          <a:p>
            <a:pPr>
              <a:defRPr/>
            </a:pPr>
            <a:r>
              <a:rPr/>
              <a:t>Other Extensions possible</a:t>
            </a:r>
            <a:endParaRPr/>
          </a:p>
          <a:p>
            <a:pPr marL="457200" lvl="1" indent="0">
              <a:buFont typeface="Arial"/>
              <a:buNone/>
              <a:defRPr/>
            </a:pPr>
            <a:r>
              <a:rPr/>
              <a:t>that fit perfectly on the shape.</a:t>
            </a:r>
            <a:endParaRPr/>
          </a:p>
        </p:txBody>
      </p:sp>
      <p:pic>
        <p:nvPicPr>
          <p:cNvPr id="5839764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921692" y="3198083"/>
            <a:ext cx="4208653" cy="3699115"/>
          </a:xfrm>
          <a:prstGeom prst="rect">
            <a:avLst/>
          </a:prstGeom>
        </p:spPr>
      </p:pic>
      <p:pic>
        <p:nvPicPr>
          <p:cNvPr id="1239594828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6501911" y="67455"/>
            <a:ext cx="5275929" cy="67230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851649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Electronics</a:t>
            </a:r>
            <a:endParaRPr/>
          </a:p>
        </p:txBody>
      </p:sp>
      <p:pic>
        <p:nvPicPr>
          <p:cNvPr id="176840497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838199" y="1586227"/>
            <a:ext cx="9984904" cy="505196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9962479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Assembly Guide</a:t>
            </a:r>
            <a:endParaRPr/>
          </a:p>
        </p:txBody>
      </p:sp>
      <p:sp>
        <p:nvSpPr>
          <p:cNvPr id="2083776662" name="Inhaltsplatzhalt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394023" indent="-394023">
              <a:buFont typeface="Arial"/>
              <a:buAutoNum type="arabicPeriod"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ONLYOFFICE/9.3.1.8</Application>
  <PresentationFormat>On-screen Show (4:3)</PresentationFormat>
  <Paragraphs>0</Paragraphs>
  <Slides>6</Slides>
  <Notes>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Theme 1</vt:lpstr>
      <vt:lpstr>Slide 1</vt:lpstr>
      <vt:lpstr>Slide 2</vt:lpstr>
      <vt:lpstr>Slide 3</vt:lpstr>
      <vt:lpstr>Slide 4</vt:lpstr>
      <vt:lpstr>Slide 5</vt:lpstr>
      <vt:lpstr>Slide 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7</cp:revision>
  <dcterms:created xsi:type="dcterms:W3CDTF">2012-12-03T06:56:55Z</dcterms:created>
  <dcterms:modified xsi:type="dcterms:W3CDTF">2026-03-24T10:36:25Z</dcterms:modified>
</cp:coreProperties>
</file>