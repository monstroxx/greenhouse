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580604" name="Platzhalter für Überschrift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61217553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de-DE"/>
              <a:t>10/30/2013</a:t>
            </a:fld>
            <a:endParaRPr lang="de-DE"/>
          </a:p>
        </p:txBody>
      </p:sp>
      <p:sp>
        <p:nvSpPr>
          <p:cNvPr id="1996544713" name="Platzhalter für Folienbi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de-DE"/>
          </a:p>
        </p:txBody>
      </p:sp>
      <p:sp>
        <p:nvSpPr>
          <p:cNvPr id="47106806" name="Platzhalter für Notizen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815466593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742054395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528446" name="Platzhalter für Folienbild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459868" name="Platzhalter für Notizen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>
              <a:latin typeface="Arial"/>
              <a:cs typeface="Arial"/>
            </a:endParaRPr>
          </a:p>
        </p:txBody>
      </p:sp>
      <p:sp>
        <p:nvSpPr>
          <p:cNvPr id="2017910232" name="Foliennummernplatzhalt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7063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137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95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A7BD3-7B2C-7492-E174-BF70D90904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4740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0362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284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3B53EF-E588-30E9-8561-C770839269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616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5018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577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077DD-7D8F-EC97-E34C-66E8F3EEC7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07150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000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0921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2630C1-701F-5DC6-61A7-6500D3A6CE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5583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2819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606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E5D564-EF9C-389A-8A22-F1C389F71E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30173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3597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672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7ABA56-F0A9-0673-D9C6-533F696A8A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9F5722-BC0D-F453-543C-68CC44FCD0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024368" name="Titel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556195656" name="Untertitel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Formatvorlage des Untertitelmasters durch Klicken bearbeiten</a:t>
            </a:r>
            <a:endParaRPr lang="de-DE"/>
          </a:p>
        </p:txBody>
      </p:sp>
      <p:sp>
        <p:nvSpPr>
          <p:cNvPr id="1205139724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082425614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973972363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el und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88821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617896896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303227325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207054327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18397640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Abschnitts-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795375" name="Titel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463743844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503865613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962142693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80716223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Zwei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929597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79953275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792507406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446208756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649478394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04101493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Vergleich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209519" name="Titel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309248516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999984835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224428000" name="Text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939144659" name="Inhaltsplatzhalt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175261118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864065922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90901558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677311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629687580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747790419" name="Fußzeilenplatzhalt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88547775" name="Foliennummernplatzhalt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Le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552704" name="Datumsplatzhalt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26005033" name="Fußzeilenplatzhalt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92618184" name="Foliennummernplatzhalt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Inhalt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388710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400089125" name="Inhaltsplatzhalt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2042268831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334185951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327395472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951324684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Bild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47851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012959033" name="Bildplatzhalt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Klicken Sie auf das Symbol, um ein Bild hinzuzufügen</a:t>
            </a:r>
            <a:endParaRPr lang="de-DE"/>
          </a:p>
        </p:txBody>
      </p:sp>
      <p:sp>
        <p:nvSpPr>
          <p:cNvPr id="576565348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900909619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796611708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609493392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el und vertikaler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64463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243528316" name="Vertikaler Textplatzhalt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000254672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00896532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910522236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kaler Titel u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7191632" name="Vertikaler Tite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780159524" name="Vertikaler Textplatzhalt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962808441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445114607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302264378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857862" name="Titelplatzhalt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398243834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505991818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783833423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49063322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Monstroxx/greenhouse" TargetMode="Externa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858105" name="Titel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Hexaplant</a:t>
            </a:r>
            <a:endParaRPr lang="de-DE"/>
          </a:p>
        </p:txBody>
      </p:sp>
      <p:sp>
        <p:nvSpPr>
          <p:cNvPr id="772827212" name="Untertitel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Jonas, Rafa, Alex, Timon</a:t>
            </a:r>
            <a:endParaRPr lang="de-DE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1225868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Modern Design</a:t>
            </a:r>
            <a:endParaRPr/>
          </a:p>
        </p:txBody>
      </p:sp>
      <p:pic>
        <p:nvPicPr>
          <p:cNvPr id="12327102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04465" y="46540"/>
            <a:ext cx="7321186" cy="6764918"/>
          </a:xfrm>
          <a:prstGeom prst="rect">
            <a:avLst/>
          </a:prstGeom>
        </p:spPr>
      </p:pic>
      <p:sp>
        <p:nvSpPr>
          <p:cNvPr id="704728726" name=""/>
          <p:cNvSpPr txBox="1"/>
          <p:nvPr/>
        </p:nvSpPr>
        <p:spPr bwMode="auto">
          <a:xfrm rot="0" flipH="0" flipV="0">
            <a:off x="1085884" y="2271345"/>
            <a:ext cx="4703842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/>
              <a:t>Modular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Simple parts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Easy to assemble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253543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The Parts - 5 Pieces</a:t>
            </a:r>
            <a:endParaRPr/>
          </a:p>
        </p:txBody>
      </p:sp>
      <p:pic>
        <p:nvPicPr>
          <p:cNvPr id="51647565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491" y="4278922"/>
            <a:ext cx="4162298" cy="2505807"/>
          </a:xfrm>
          <a:prstGeom prst="rect">
            <a:avLst/>
          </a:prstGeom>
        </p:spPr>
      </p:pic>
      <p:pic>
        <p:nvPicPr>
          <p:cNvPr id="199573687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7636" y="1964988"/>
            <a:ext cx="4207153" cy="2313934"/>
          </a:xfrm>
          <a:prstGeom prst="rect">
            <a:avLst/>
          </a:prstGeom>
        </p:spPr>
      </p:pic>
      <p:pic>
        <p:nvPicPr>
          <p:cNvPr id="107182076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4254790" y="2139461"/>
            <a:ext cx="1600513" cy="4278922"/>
          </a:xfrm>
          <a:prstGeom prst="rect">
            <a:avLst/>
          </a:prstGeom>
        </p:spPr>
      </p:pic>
      <p:pic>
        <p:nvPicPr>
          <p:cNvPr id="197595078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095999" y="3823647"/>
            <a:ext cx="5860840" cy="2771589"/>
          </a:xfrm>
          <a:prstGeom prst="rect">
            <a:avLst/>
          </a:prstGeom>
        </p:spPr>
      </p:pic>
      <p:pic>
        <p:nvPicPr>
          <p:cNvPr id="214502191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095999" y="1589424"/>
            <a:ext cx="5835562" cy="2292837"/>
          </a:xfrm>
          <a:prstGeom prst="rect">
            <a:avLst/>
          </a:prstGeom>
        </p:spPr>
      </p:pic>
      <p:sp>
        <p:nvSpPr>
          <p:cNvPr id="1036039638" name=""/>
          <p:cNvSpPr txBox="1"/>
          <p:nvPr/>
        </p:nvSpPr>
        <p:spPr bwMode="auto">
          <a:xfrm rot="0" flipH="0" flipV="0">
            <a:off x="1365159" y="2938895"/>
            <a:ext cx="161696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Plant Base</a:t>
            </a:r>
            <a:endParaRPr/>
          </a:p>
        </p:txBody>
      </p:sp>
      <p:sp>
        <p:nvSpPr>
          <p:cNvPr id="413656623" name=""/>
          <p:cNvSpPr txBox="1"/>
          <p:nvPr/>
        </p:nvSpPr>
        <p:spPr bwMode="auto">
          <a:xfrm rot="0" flipH="0" flipV="0">
            <a:off x="2316807" y="5641730"/>
            <a:ext cx="114444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Base</a:t>
            </a:r>
            <a:endParaRPr/>
          </a:p>
        </p:txBody>
      </p:sp>
      <p:sp>
        <p:nvSpPr>
          <p:cNvPr id="1738926822" name=""/>
          <p:cNvSpPr txBox="1"/>
          <p:nvPr/>
        </p:nvSpPr>
        <p:spPr bwMode="auto">
          <a:xfrm rot="0" flipH="0" flipV="0">
            <a:off x="4891504" y="6052264"/>
            <a:ext cx="113122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</a:t>
            </a:r>
            <a:endParaRPr/>
          </a:p>
        </p:txBody>
      </p:sp>
      <p:sp>
        <p:nvSpPr>
          <p:cNvPr id="792805039" name=""/>
          <p:cNvSpPr txBox="1"/>
          <p:nvPr/>
        </p:nvSpPr>
        <p:spPr bwMode="auto">
          <a:xfrm rot="392779" flipH="0" flipV="0">
            <a:off x="7328422" y="3245940"/>
            <a:ext cx="2330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Window Holder</a:t>
            </a:r>
            <a:endParaRPr/>
          </a:p>
        </p:txBody>
      </p:sp>
      <p:sp>
        <p:nvSpPr>
          <p:cNvPr id="1124055020" name=""/>
          <p:cNvSpPr txBox="1"/>
          <p:nvPr/>
        </p:nvSpPr>
        <p:spPr bwMode="auto">
          <a:xfrm rot="0" flipH="0" flipV="0">
            <a:off x="9394615" y="5517285"/>
            <a:ext cx="15365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 Top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57525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Extension</a:t>
            </a:r>
            <a:endParaRPr/>
          </a:p>
        </p:txBody>
      </p:sp>
      <p:sp>
        <p:nvSpPr>
          <p:cNvPr id="1464918785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Provided Water tank.</a:t>
            </a:r>
            <a:endParaRPr/>
          </a:p>
          <a:p>
            <a:pPr>
              <a:defRPr/>
            </a:pPr>
            <a:r>
              <a:rPr/>
              <a:t>Other Extensions possible</a:t>
            </a:r>
            <a:endParaRPr/>
          </a:p>
          <a:p>
            <a:pPr marL="457200" lvl="1" indent="0">
              <a:buFont typeface="Arial"/>
              <a:buNone/>
              <a:defRPr/>
            </a:pPr>
            <a:r>
              <a:rPr/>
              <a:t>that fit perfectly on the shape.</a:t>
            </a:r>
            <a:endParaRPr/>
          </a:p>
        </p:txBody>
      </p:sp>
      <p:pic>
        <p:nvPicPr>
          <p:cNvPr id="154005517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1692" y="3198083"/>
            <a:ext cx="4208653" cy="3699115"/>
          </a:xfrm>
          <a:prstGeom prst="rect">
            <a:avLst/>
          </a:prstGeom>
        </p:spPr>
      </p:pic>
      <p:pic>
        <p:nvPicPr>
          <p:cNvPr id="18273539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501911" y="67455"/>
            <a:ext cx="5275929" cy="6723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320704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Electronics</a:t>
            </a:r>
            <a:endParaRPr/>
          </a:p>
        </p:txBody>
      </p:sp>
      <p:pic>
        <p:nvPicPr>
          <p:cNvPr id="14659259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38198" y="1586227"/>
            <a:ext cx="9984904" cy="50519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018008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Features</a:t>
            </a:r>
            <a:endParaRPr/>
          </a:p>
        </p:txBody>
      </p:sp>
      <p:sp>
        <p:nvSpPr>
          <p:cNvPr id="445073158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Display with window</a:t>
            </a:r>
            <a:endParaRPr/>
          </a:p>
          <a:p>
            <a:pPr lvl="1"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Temperature</a:t>
            </a:r>
            <a:endParaRPr sz="2800"/>
          </a:p>
          <a:p>
            <a:pPr lvl="1"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Humility</a:t>
            </a:r>
            <a:endParaRPr sz="2800"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Air Pressure</a:t>
            </a:r>
            <a:endParaRPr/>
          </a:p>
          <a:p>
            <a:pPr>
              <a:defRPr/>
            </a:pPr>
            <a:r>
              <a:rPr/>
              <a:t>Pump</a:t>
            </a:r>
            <a:endParaRPr/>
          </a:p>
          <a:p>
            <a:pPr lvl="1">
              <a:defRPr/>
            </a:pPr>
            <a:r>
              <a:rPr/>
              <a:t>Automatic watering system</a:t>
            </a:r>
            <a:endParaRPr/>
          </a:p>
          <a:p>
            <a:pPr lvl="1">
              <a:defRPr/>
            </a:pPr>
            <a:r>
              <a:rPr/>
              <a:t>Water tank</a:t>
            </a:r>
            <a:endParaRPr/>
          </a:p>
          <a:p>
            <a:pPr>
              <a:defRPr/>
            </a:pPr>
            <a:r>
              <a:rPr/>
              <a:t>Window</a:t>
            </a:r>
            <a:endParaRPr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Opens if to hot</a:t>
            </a:r>
            <a:endParaRPr sz="2400"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Closes if to cold</a:t>
            </a:r>
            <a:endParaRPr sz="2400"/>
          </a:p>
        </p:txBody>
      </p:sp>
      <p:pic>
        <p:nvPicPr>
          <p:cNvPr id="118424297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63698" y="1690687"/>
            <a:ext cx="3057525" cy="1590674"/>
          </a:xfrm>
          <a:prstGeom prst="rect">
            <a:avLst/>
          </a:prstGeom>
        </p:spPr>
      </p:pic>
      <p:pic>
        <p:nvPicPr>
          <p:cNvPr id="195822762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030141" y="3004038"/>
            <a:ext cx="3240165" cy="2140472"/>
          </a:xfrm>
          <a:prstGeom prst="rect">
            <a:avLst/>
          </a:prstGeom>
        </p:spPr>
      </p:pic>
      <p:pic>
        <p:nvPicPr>
          <p:cNvPr id="94738226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228291" y="4296873"/>
            <a:ext cx="2801849" cy="23169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18515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Assembly</a:t>
            </a:r>
            <a:endParaRPr/>
          </a:p>
        </p:txBody>
      </p:sp>
      <p:sp>
        <p:nvSpPr>
          <p:cNvPr id="1507346976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Print all required parts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Assemble structure and wire components (see </a:t>
            </a:r>
            <a:r>
              <a:rPr lang="de-DE" sz="28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README.md</a:t>
            </a: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→ Assembly → Step By Step)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Flash code and verify functionality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Prepare and insert glass panels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Complete final assembly</a:t>
            </a:r>
            <a:endParaRPr/>
          </a:p>
        </p:txBody>
      </p:sp>
      <p:sp>
        <p:nvSpPr>
          <p:cNvPr id="571893910" name=""/>
          <p:cNvSpPr txBox="1"/>
          <p:nvPr/>
        </p:nvSpPr>
        <p:spPr bwMode="auto">
          <a:xfrm rot="0" flipH="0" flipV="0">
            <a:off x="838198" y="5810842"/>
            <a:ext cx="96302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You can find the instructions at </a:t>
            </a:r>
            <a:r>
              <a:rPr lang="de-DE" sz="18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https://github.com/Monstroxx/greenhouse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264591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 Action</a:t>
            </a:r>
            <a:endParaRPr/>
          </a:p>
        </p:txBody>
      </p:sp>
      <p:sp>
        <p:nvSpPr>
          <p:cNvPr id="1185334306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See it in real live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created xsi:type="dcterms:W3CDTF">2012-12-03T06:56:55Z</dcterms:created>
  <dcterms:modified xsi:type="dcterms:W3CDTF">2026-03-25T09:35:41Z</dcterms:modified>
</cp:coreProperties>
</file>